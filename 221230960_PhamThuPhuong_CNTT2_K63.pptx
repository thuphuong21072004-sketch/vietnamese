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3" r:id="rId6"/>
    <p:sldId id="277" r:id="rId7"/>
    <p:sldId id="264" r:id="rId8"/>
    <p:sldId id="268" r:id="rId9"/>
    <p:sldId id="280" r:id="rId10"/>
    <p:sldId id="265" r:id="rId11"/>
    <p:sldId id="270" r:id="rId12"/>
    <p:sldId id="271" r:id="rId13"/>
    <p:sldId id="272" r:id="rId14"/>
    <p:sldId id="266" r:id="rId15"/>
    <p:sldId id="276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1D5"/>
    <a:srgbClr val="CCBCAC"/>
    <a:srgbClr val="B49D86"/>
    <a:srgbClr val="614A36"/>
    <a:srgbClr val="FFFFFF"/>
    <a:srgbClr val="F7DF1E"/>
    <a:srgbClr val="13A2DE"/>
    <a:srgbClr val="ED6535"/>
    <a:srgbClr val="F8F8F8"/>
    <a:srgbClr val="B2A2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Tran" userId="c8d5e2d7bd7920e8" providerId="LiveId" clId="{1A2F0365-87EB-44EF-880C-9B479EB2E3BF}"/>
    <pc:docChg chg="undo custSel addSld delSld modSld sldOrd">
      <pc:chgData name="Laura Tran" userId="c8d5e2d7bd7920e8" providerId="LiveId" clId="{1A2F0365-87EB-44EF-880C-9B479EB2E3BF}" dt="2022-06-16T15:51:32.966" v="5558"/>
      <pc:docMkLst>
        <pc:docMk/>
      </pc:docMkLst>
      <pc:sldChg chg="modSp">
        <pc:chgData name="Laura Tran" userId="c8d5e2d7bd7920e8" providerId="LiveId" clId="{1A2F0365-87EB-44EF-880C-9B479EB2E3BF}" dt="2022-06-16T03:18:21.258" v="2515" actId="1076"/>
        <pc:sldMkLst>
          <pc:docMk/>
          <pc:sldMk cId="3018264636" sldId="256"/>
        </pc:sldMkLst>
        <pc:spChg chg="mod">
          <ac:chgData name="Laura Tran" userId="c8d5e2d7bd7920e8" providerId="LiveId" clId="{1A2F0365-87EB-44EF-880C-9B479EB2E3BF}" dt="2022-06-15T19:09:11.123" v="29" actId="1036"/>
          <ac:spMkLst>
            <pc:docMk/>
            <pc:sldMk cId="3018264636" sldId="256"/>
            <ac:spMk id="95" creationId="{2DB2BD11-831F-4EF9-9614-82167AB55B6D}"/>
          </ac:spMkLst>
        </pc:spChg>
        <pc:spChg chg="mod">
          <ac:chgData name="Laura Tran" userId="c8d5e2d7bd7920e8" providerId="LiveId" clId="{1A2F0365-87EB-44EF-880C-9B479EB2E3BF}" dt="2022-06-15T20:05:35.404" v="2093" actId="207"/>
          <ac:spMkLst>
            <pc:docMk/>
            <pc:sldMk cId="3018264636" sldId="256"/>
            <ac:spMk id="96" creationId="{7546E324-6B09-4686-A15D-E536E2574DAA}"/>
          </ac:spMkLst>
        </pc:spChg>
        <pc:spChg chg="mod">
          <ac:chgData name="Laura Tran" userId="c8d5e2d7bd7920e8" providerId="LiveId" clId="{1A2F0365-87EB-44EF-880C-9B479EB2E3BF}" dt="2022-06-15T19:08:38.702" v="11" actId="1035"/>
          <ac:spMkLst>
            <pc:docMk/>
            <pc:sldMk cId="3018264636" sldId="256"/>
            <ac:spMk id="97" creationId="{3A69B4F5-298C-4BF7-AB23-704EA3B5B91F}"/>
          </ac:spMkLst>
        </pc:spChg>
        <pc:spChg chg="mod">
          <ac:chgData name="Laura Tran" userId="c8d5e2d7bd7920e8" providerId="LiveId" clId="{1A2F0365-87EB-44EF-880C-9B479EB2E3BF}" dt="2022-06-15T19:08:34.693" v="9" actId="1076"/>
          <ac:spMkLst>
            <pc:docMk/>
            <pc:sldMk cId="3018264636" sldId="256"/>
            <ac:spMk id="98" creationId="{ED013E8B-921C-40BE-90C2-FAA1408DA784}"/>
          </ac:spMkLst>
        </pc:spChg>
        <pc:picChg chg="mod">
          <ac:chgData name="Laura Tran" userId="c8d5e2d7bd7920e8" providerId="LiveId" clId="{1A2F0365-87EB-44EF-880C-9B479EB2E3BF}" dt="2022-06-16T03:18:21.258" v="2515" actId="1076"/>
          <ac:picMkLst>
            <pc:docMk/>
            <pc:sldMk cId="3018264636" sldId="256"/>
            <ac:picMk id="103" creationId="{E523B5DC-547A-4175-A890-BDC54EBD9BE5}"/>
          </ac:picMkLst>
        </pc:picChg>
      </pc:sldChg>
      <pc:sldChg chg="del">
        <pc:chgData name="Laura Tran" userId="c8d5e2d7bd7920e8" providerId="LiveId" clId="{1A2F0365-87EB-44EF-880C-9B479EB2E3BF}" dt="2022-06-16T10:48:07.839" v="4807" actId="47"/>
        <pc:sldMkLst>
          <pc:docMk/>
          <pc:sldMk cId="3966444435" sldId="257"/>
        </pc:sldMkLst>
      </pc:sldChg>
      <pc:sldChg chg="modSp">
        <pc:chgData name="Laura Tran" userId="c8d5e2d7bd7920e8" providerId="LiveId" clId="{1A2F0365-87EB-44EF-880C-9B479EB2E3BF}" dt="2022-06-15T19:38:03.938" v="624" actId="14838"/>
        <pc:sldMkLst>
          <pc:docMk/>
          <pc:sldMk cId="2560393577" sldId="258"/>
        </pc:sldMkLst>
        <pc:spChg chg="mod">
          <ac:chgData name="Laura Tran" userId="c8d5e2d7bd7920e8" providerId="LiveId" clId="{1A2F0365-87EB-44EF-880C-9B479EB2E3BF}" dt="2022-06-15T19:38:03.938" v="624" actId="14838"/>
          <ac:spMkLst>
            <pc:docMk/>
            <pc:sldMk cId="2560393577" sldId="258"/>
            <ac:spMk id="12" creationId="{4C1AC8BD-4717-4F73-84ED-B3ABD33A7582}"/>
          </ac:spMkLst>
        </pc:spChg>
      </pc:sldChg>
      <pc:sldChg chg="addSp delSp modSp add ord">
        <pc:chgData name="Laura Tran" userId="c8d5e2d7bd7920e8" providerId="LiveId" clId="{1A2F0365-87EB-44EF-880C-9B479EB2E3BF}" dt="2022-06-15T20:05:18.027" v="2092" actId="1582"/>
        <pc:sldMkLst>
          <pc:docMk/>
          <pc:sldMk cId="1531375151" sldId="259"/>
        </pc:sldMkLst>
        <pc:spChg chg="add mod">
          <ac:chgData name="Laura Tran" userId="c8d5e2d7bd7920e8" providerId="LiveId" clId="{1A2F0365-87EB-44EF-880C-9B479EB2E3BF}" dt="2022-06-15T19:54:26.088" v="1604" actId="1035"/>
          <ac:spMkLst>
            <pc:docMk/>
            <pc:sldMk cId="1531375151" sldId="259"/>
            <ac:spMk id="2" creationId="{A3DDFE0D-140C-4750-A6E2-B1BD5B6CFD41}"/>
          </ac:spMkLst>
        </pc:spChg>
        <pc:spChg chg="add mod">
          <ac:chgData name="Laura Tran" userId="c8d5e2d7bd7920e8" providerId="LiveId" clId="{1A2F0365-87EB-44EF-880C-9B479EB2E3BF}" dt="2022-06-15T20:05:18.027" v="2092" actId="1582"/>
          <ac:spMkLst>
            <pc:docMk/>
            <pc:sldMk cId="1531375151" sldId="259"/>
            <ac:spMk id="3" creationId="{FBA438CF-BBE0-4D08-ACA8-072A6C41A360}"/>
          </ac:spMkLst>
        </pc:spChg>
        <pc:spChg chg="add mod">
          <ac:chgData name="Laura Tran" userId="c8d5e2d7bd7920e8" providerId="LiveId" clId="{1A2F0365-87EB-44EF-880C-9B479EB2E3BF}" dt="2022-06-15T19:54:07.879" v="1598" actId="207"/>
          <ac:spMkLst>
            <pc:docMk/>
            <pc:sldMk cId="1531375151" sldId="259"/>
            <ac:spMk id="4" creationId="{68F0A0A4-E16D-4AB3-BE59-F86ED0503D67}"/>
          </ac:spMkLst>
        </pc:spChg>
        <pc:spChg chg="del">
          <ac:chgData name="Laura Tran" userId="c8d5e2d7bd7920e8" providerId="LiveId" clId="{1A2F0365-87EB-44EF-880C-9B479EB2E3BF}" dt="2022-06-15T19:07:25.523" v="3" actId="478"/>
          <ac:spMkLst>
            <pc:docMk/>
            <pc:sldMk cId="1531375151" sldId="259"/>
            <ac:spMk id="12" creationId="{4C1AC8BD-4717-4F73-84ED-B3ABD33A7582}"/>
          </ac:spMkLst>
        </pc:spChg>
        <pc:spChg chg="add mod">
          <ac:chgData name="Laura Tran" userId="c8d5e2d7bd7920e8" providerId="LiveId" clId="{1A2F0365-87EB-44EF-880C-9B479EB2E3BF}" dt="2022-06-15T20:05:18.027" v="2092" actId="1582"/>
          <ac:spMkLst>
            <pc:docMk/>
            <pc:sldMk cId="1531375151" sldId="259"/>
            <ac:spMk id="13" creationId="{3AB86556-8CFB-4487-8427-6B6EA1EBA66A}"/>
          </ac:spMkLst>
        </pc:spChg>
        <pc:spChg chg="add mod">
          <ac:chgData name="Laura Tran" userId="c8d5e2d7bd7920e8" providerId="LiveId" clId="{1A2F0365-87EB-44EF-880C-9B479EB2E3BF}" dt="2022-06-15T19:54:07.879" v="1598" actId="207"/>
          <ac:spMkLst>
            <pc:docMk/>
            <pc:sldMk cId="1531375151" sldId="259"/>
            <ac:spMk id="14" creationId="{85BB3D1E-5A2F-419E-9DFF-1BE452FAB038}"/>
          </ac:spMkLst>
        </pc:spChg>
        <pc:spChg chg="del">
          <ac:chgData name="Laura Tran" userId="c8d5e2d7bd7920e8" providerId="LiveId" clId="{1A2F0365-87EB-44EF-880C-9B479EB2E3BF}" dt="2022-06-15T19:10:41.614" v="30" actId="478"/>
          <ac:spMkLst>
            <pc:docMk/>
            <pc:sldMk cId="1531375151" sldId="259"/>
            <ac:spMk id="15" creationId="{C7946640-C926-4BA1-8F50-502E5618F672}"/>
          </ac:spMkLst>
        </pc:spChg>
        <pc:spChg chg="add mod">
          <ac:chgData name="Laura Tran" userId="c8d5e2d7bd7920e8" providerId="LiveId" clId="{1A2F0365-87EB-44EF-880C-9B479EB2E3BF}" dt="2022-06-15T20:05:18.027" v="2092" actId="1582"/>
          <ac:spMkLst>
            <pc:docMk/>
            <pc:sldMk cId="1531375151" sldId="259"/>
            <ac:spMk id="17" creationId="{655A3201-54C6-43F0-9825-561E66B4BE38}"/>
          </ac:spMkLst>
        </pc:spChg>
        <pc:spChg chg="add mod">
          <ac:chgData name="Laura Tran" userId="c8d5e2d7bd7920e8" providerId="LiveId" clId="{1A2F0365-87EB-44EF-880C-9B479EB2E3BF}" dt="2022-06-15T19:54:07.879" v="1598" actId="207"/>
          <ac:spMkLst>
            <pc:docMk/>
            <pc:sldMk cId="1531375151" sldId="259"/>
            <ac:spMk id="18" creationId="{52545AE3-0881-469A-9A49-937461E8993E}"/>
          </ac:spMkLst>
        </pc:spChg>
        <pc:spChg chg="add mod">
          <ac:chgData name="Laura Tran" userId="c8d5e2d7bd7920e8" providerId="LiveId" clId="{1A2F0365-87EB-44EF-880C-9B479EB2E3BF}" dt="2022-06-15T20:05:18.027" v="2092" actId="1582"/>
          <ac:spMkLst>
            <pc:docMk/>
            <pc:sldMk cId="1531375151" sldId="259"/>
            <ac:spMk id="19" creationId="{B89911AC-3734-4351-A05B-C20CDF842B54}"/>
          </ac:spMkLst>
        </pc:spChg>
        <pc:spChg chg="add mod">
          <ac:chgData name="Laura Tran" userId="c8d5e2d7bd7920e8" providerId="LiveId" clId="{1A2F0365-87EB-44EF-880C-9B479EB2E3BF}" dt="2022-06-15T19:54:07.879" v="1598" actId="207"/>
          <ac:spMkLst>
            <pc:docMk/>
            <pc:sldMk cId="1531375151" sldId="259"/>
            <ac:spMk id="20" creationId="{51E56919-4DEF-4218-9207-C19234A3DBF1}"/>
          </ac:spMkLst>
        </pc:spChg>
        <pc:spChg chg="add mod">
          <ac:chgData name="Laura Tran" userId="c8d5e2d7bd7920e8" providerId="LiveId" clId="{1A2F0365-87EB-44EF-880C-9B479EB2E3BF}" dt="2022-06-15T20:05:18.027" v="2092" actId="1582"/>
          <ac:spMkLst>
            <pc:docMk/>
            <pc:sldMk cId="1531375151" sldId="259"/>
            <ac:spMk id="21" creationId="{210E09FD-6C99-48A9-A114-CB96A129CD18}"/>
          </ac:spMkLst>
        </pc:spChg>
        <pc:spChg chg="add mod">
          <ac:chgData name="Laura Tran" userId="c8d5e2d7bd7920e8" providerId="LiveId" clId="{1A2F0365-87EB-44EF-880C-9B479EB2E3BF}" dt="2022-06-15T19:54:07.879" v="1598" actId="207"/>
          <ac:spMkLst>
            <pc:docMk/>
            <pc:sldMk cId="1531375151" sldId="259"/>
            <ac:spMk id="22" creationId="{53206808-E392-459D-97AF-59F7F03748BC}"/>
          </ac:spMkLst>
        </pc:spChg>
        <pc:spChg chg="mod">
          <ac:chgData name="Laura Tran" userId="c8d5e2d7bd7920e8" providerId="LiveId" clId="{1A2F0365-87EB-44EF-880C-9B479EB2E3BF}" dt="2022-06-15T19:25:29.930" v="437" actId="20577"/>
          <ac:spMkLst>
            <pc:docMk/>
            <pc:sldMk cId="1531375151" sldId="259"/>
            <ac:spMk id="104" creationId="{5EAE37EA-0782-4C19-9C06-5AE2308F3F3D}"/>
          </ac:spMkLst>
        </pc:spChg>
        <pc:picChg chg="del">
          <ac:chgData name="Laura Tran" userId="c8d5e2d7bd7920e8" providerId="LiveId" clId="{1A2F0365-87EB-44EF-880C-9B479EB2E3BF}" dt="2022-06-15T19:07:22.973" v="2" actId="478"/>
          <ac:picMkLst>
            <pc:docMk/>
            <pc:sldMk cId="1531375151" sldId="259"/>
            <ac:picMk id="16" creationId="{D6E7A70B-217A-4BBB-A981-B18AFA643F67}"/>
          </ac:picMkLst>
        </pc:picChg>
      </pc:sldChg>
      <pc:sldChg chg="addSp delSp modSp add ord">
        <pc:chgData name="Laura Tran" userId="c8d5e2d7bd7920e8" providerId="LiveId" clId="{1A2F0365-87EB-44EF-880C-9B479EB2E3BF}" dt="2022-06-15T20:04:35.271" v="2089" actId="1076"/>
        <pc:sldMkLst>
          <pc:docMk/>
          <pc:sldMk cId="2429613095" sldId="260"/>
        </pc:sldMkLst>
        <pc:spChg chg="del">
          <ac:chgData name="Laura Tran" userId="c8d5e2d7bd7920e8" providerId="LiveId" clId="{1A2F0365-87EB-44EF-880C-9B479EB2E3BF}" dt="2022-06-15T19:26:08.932" v="442" actId="478"/>
          <ac:spMkLst>
            <pc:docMk/>
            <pc:sldMk cId="2429613095" sldId="260"/>
            <ac:spMk id="2" creationId="{A3DDFE0D-140C-4750-A6E2-B1BD5B6CFD41}"/>
          </ac:spMkLst>
        </pc:spChg>
        <pc:spChg chg="del">
          <ac:chgData name="Laura Tran" userId="c8d5e2d7bd7920e8" providerId="LiveId" clId="{1A2F0365-87EB-44EF-880C-9B479EB2E3BF}" dt="2022-06-15T19:26:08.932" v="442" actId="478"/>
          <ac:spMkLst>
            <pc:docMk/>
            <pc:sldMk cId="2429613095" sldId="260"/>
            <ac:spMk id="3" creationId="{FBA438CF-BBE0-4D08-ACA8-072A6C41A360}"/>
          </ac:spMkLst>
        </pc:spChg>
        <pc:spChg chg="del">
          <ac:chgData name="Laura Tran" userId="c8d5e2d7bd7920e8" providerId="LiveId" clId="{1A2F0365-87EB-44EF-880C-9B479EB2E3BF}" dt="2022-06-15T19:26:08.932" v="442" actId="478"/>
          <ac:spMkLst>
            <pc:docMk/>
            <pc:sldMk cId="2429613095" sldId="260"/>
            <ac:spMk id="4" creationId="{68F0A0A4-E16D-4AB3-BE59-F86ED0503D67}"/>
          </ac:spMkLst>
        </pc:spChg>
        <pc:spChg chg="del">
          <ac:chgData name="Laura Tran" userId="c8d5e2d7bd7920e8" providerId="LiveId" clId="{1A2F0365-87EB-44EF-880C-9B479EB2E3BF}" dt="2022-06-15T19:26:08.932" v="442" actId="478"/>
          <ac:spMkLst>
            <pc:docMk/>
            <pc:sldMk cId="2429613095" sldId="260"/>
            <ac:spMk id="13" creationId="{3AB86556-8CFB-4487-8427-6B6EA1EBA66A}"/>
          </ac:spMkLst>
        </pc:spChg>
        <pc:spChg chg="del">
          <ac:chgData name="Laura Tran" userId="c8d5e2d7bd7920e8" providerId="LiveId" clId="{1A2F0365-87EB-44EF-880C-9B479EB2E3BF}" dt="2022-06-15T19:26:08.932" v="442" actId="478"/>
          <ac:spMkLst>
            <pc:docMk/>
            <pc:sldMk cId="2429613095" sldId="260"/>
            <ac:spMk id="14" creationId="{85BB3D1E-5A2F-419E-9DFF-1BE452FAB038}"/>
          </ac:spMkLst>
        </pc:spChg>
        <pc:spChg chg="del">
          <ac:chgData name="Laura Tran" userId="c8d5e2d7bd7920e8" providerId="LiveId" clId="{1A2F0365-87EB-44EF-880C-9B479EB2E3BF}" dt="2022-06-15T19:26:08.932" v="442" actId="478"/>
          <ac:spMkLst>
            <pc:docMk/>
            <pc:sldMk cId="2429613095" sldId="260"/>
            <ac:spMk id="17" creationId="{655A3201-54C6-43F0-9825-561E66B4BE38}"/>
          </ac:spMkLst>
        </pc:spChg>
        <pc:spChg chg="del">
          <ac:chgData name="Laura Tran" userId="c8d5e2d7bd7920e8" providerId="LiveId" clId="{1A2F0365-87EB-44EF-880C-9B479EB2E3BF}" dt="2022-06-15T19:26:08.932" v="442" actId="478"/>
          <ac:spMkLst>
            <pc:docMk/>
            <pc:sldMk cId="2429613095" sldId="260"/>
            <ac:spMk id="18" creationId="{52545AE3-0881-469A-9A49-937461E8993E}"/>
          </ac:spMkLst>
        </pc:spChg>
        <pc:spChg chg="del">
          <ac:chgData name="Laura Tran" userId="c8d5e2d7bd7920e8" providerId="LiveId" clId="{1A2F0365-87EB-44EF-880C-9B479EB2E3BF}" dt="2022-06-15T19:26:08.932" v="442" actId="478"/>
          <ac:spMkLst>
            <pc:docMk/>
            <pc:sldMk cId="2429613095" sldId="260"/>
            <ac:spMk id="19" creationId="{B89911AC-3734-4351-A05B-C20CDF842B54}"/>
          </ac:spMkLst>
        </pc:spChg>
        <pc:spChg chg="del">
          <ac:chgData name="Laura Tran" userId="c8d5e2d7bd7920e8" providerId="LiveId" clId="{1A2F0365-87EB-44EF-880C-9B479EB2E3BF}" dt="2022-06-15T19:26:08.932" v="442" actId="478"/>
          <ac:spMkLst>
            <pc:docMk/>
            <pc:sldMk cId="2429613095" sldId="260"/>
            <ac:spMk id="20" creationId="{51E56919-4DEF-4218-9207-C19234A3DBF1}"/>
          </ac:spMkLst>
        </pc:spChg>
        <pc:spChg chg="del">
          <ac:chgData name="Laura Tran" userId="c8d5e2d7bd7920e8" providerId="LiveId" clId="{1A2F0365-87EB-44EF-880C-9B479EB2E3BF}" dt="2022-06-15T19:26:08.932" v="442" actId="478"/>
          <ac:spMkLst>
            <pc:docMk/>
            <pc:sldMk cId="2429613095" sldId="260"/>
            <ac:spMk id="21" creationId="{210E09FD-6C99-48A9-A114-CB96A129CD18}"/>
          </ac:spMkLst>
        </pc:spChg>
        <pc:spChg chg="del">
          <ac:chgData name="Laura Tran" userId="c8d5e2d7bd7920e8" providerId="LiveId" clId="{1A2F0365-87EB-44EF-880C-9B479EB2E3BF}" dt="2022-06-15T19:26:08.932" v="442" actId="478"/>
          <ac:spMkLst>
            <pc:docMk/>
            <pc:sldMk cId="2429613095" sldId="260"/>
            <ac:spMk id="22" creationId="{53206808-E392-459D-97AF-59F7F03748BC}"/>
          </ac:spMkLst>
        </pc:spChg>
        <pc:spChg chg="add mod">
          <ac:chgData name="Laura Tran" userId="c8d5e2d7bd7920e8" providerId="LiveId" clId="{1A2F0365-87EB-44EF-880C-9B479EB2E3BF}" dt="2022-06-15T20:04:35.271" v="2089" actId="1076"/>
          <ac:spMkLst>
            <pc:docMk/>
            <pc:sldMk cId="2429613095" sldId="260"/>
            <ac:spMk id="23" creationId="{F71FB2DE-5591-4949-AF0D-498E1C3223A0}"/>
          </ac:spMkLst>
        </pc:spChg>
        <pc:spChg chg="add mod">
          <ac:chgData name="Laura Tran" userId="c8d5e2d7bd7920e8" providerId="LiveId" clId="{1A2F0365-87EB-44EF-880C-9B479EB2E3BF}" dt="2022-06-15T20:04:20.793" v="2087" actId="1076"/>
          <ac:spMkLst>
            <pc:docMk/>
            <pc:sldMk cId="2429613095" sldId="260"/>
            <ac:spMk id="24" creationId="{E4C064DA-F0CA-4B50-96AE-2FF69ECA96BD}"/>
          </ac:spMkLst>
        </pc:spChg>
        <pc:spChg chg="mod">
          <ac:chgData name="Laura Tran" userId="c8d5e2d7bd7920e8" providerId="LiveId" clId="{1A2F0365-87EB-44EF-880C-9B479EB2E3BF}" dt="2022-06-15T19:27:07.611" v="468" actId="1076"/>
          <ac:spMkLst>
            <pc:docMk/>
            <pc:sldMk cId="2429613095" sldId="260"/>
            <ac:spMk id="104" creationId="{5EAE37EA-0782-4C19-9C06-5AE2308F3F3D}"/>
          </ac:spMkLst>
        </pc:spChg>
        <pc:picChg chg="add mod ord modCrop">
          <ac:chgData name="Laura Tran" userId="c8d5e2d7bd7920e8" providerId="LiveId" clId="{1A2F0365-87EB-44EF-880C-9B479EB2E3BF}" dt="2022-06-15T20:04:06.554" v="2085" actId="732"/>
          <ac:picMkLst>
            <pc:docMk/>
            <pc:sldMk cId="2429613095" sldId="260"/>
            <ac:picMk id="6" creationId="{9D389B02-283D-48E6-B389-A469E7F56780}"/>
          </ac:picMkLst>
        </pc:picChg>
        <pc:picChg chg="add del mod">
          <ac:chgData name="Laura Tran" userId="c8d5e2d7bd7920e8" providerId="LiveId" clId="{1A2F0365-87EB-44EF-880C-9B479EB2E3BF}" dt="2022-06-15T20:04:09.853" v="2086" actId="478"/>
          <ac:picMkLst>
            <pc:docMk/>
            <pc:sldMk cId="2429613095" sldId="260"/>
            <ac:picMk id="25" creationId="{CB63A0A0-AD0B-4B33-8B69-930728EFEA81}"/>
          </ac:picMkLst>
        </pc:picChg>
      </pc:sldChg>
      <pc:sldChg chg="add del ord">
        <pc:chgData name="Laura Tran" userId="c8d5e2d7bd7920e8" providerId="LiveId" clId="{1A2F0365-87EB-44EF-880C-9B479EB2E3BF}" dt="2022-06-15T19:59:35.152" v="1952" actId="47"/>
        <pc:sldMkLst>
          <pc:docMk/>
          <pc:sldMk cId="1493560602" sldId="261"/>
        </pc:sldMkLst>
      </pc:sldChg>
      <pc:sldChg chg="add del ord">
        <pc:chgData name="Laura Tran" userId="c8d5e2d7bd7920e8" providerId="LiveId" clId="{1A2F0365-87EB-44EF-880C-9B479EB2E3BF}" dt="2022-06-15T19:59:37.960" v="1953" actId="47"/>
        <pc:sldMkLst>
          <pc:docMk/>
          <pc:sldMk cId="3844912969" sldId="262"/>
        </pc:sldMkLst>
      </pc:sldChg>
      <pc:sldChg chg="addSp delSp modSp">
        <pc:chgData name="Laura Tran" userId="c8d5e2d7bd7920e8" providerId="LiveId" clId="{1A2F0365-87EB-44EF-880C-9B479EB2E3BF}" dt="2022-06-16T03:18:55.542" v="2537" actId="20577"/>
        <pc:sldMkLst>
          <pc:docMk/>
          <pc:sldMk cId="300252525" sldId="263"/>
        </pc:sldMkLst>
        <pc:spChg chg="add mod">
          <ac:chgData name="Laura Tran" userId="c8d5e2d7bd7920e8" providerId="LiveId" clId="{1A2F0365-87EB-44EF-880C-9B479EB2E3BF}" dt="2022-06-16T02:53:30.126" v="2300" actId="1036"/>
          <ac:spMkLst>
            <pc:docMk/>
            <pc:sldMk cId="300252525" sldId="263"/>
            <ac:spMk id="4" creationId="{D7F539FF-D53A-4961-B3BD-E078FD0EB294}"/>
          </ac:spMkLst>
        </pc:spChg>
        <pc:spChg chg="add mod">
          <ac:chgData name="Laura Tran" userId="c8d5e2d7bd7920e8" providerId="LiveId" clId="{1A2F0365-87EB-44EF-880C-9B479EB2E3BF}" dt="2022-06-16T03:16:42.677" v="2510" actId="404"/>
          <ac:spMkLst>
            <pc:docMk/>
            <pc:sldMk cId="300252525" sldId="263"/>
            <ac:spMk id="5" creationId="{BC98996E-0DAE-4D55-93BF-08C936CBA64B}"/>
          </ac:spMkLst>
        </pc:spChg>
        <pc:spChg chg="add mod">
          <ac:chgData name="Laura Tran" userId="c8d5e2d7bd7920e8" providerId="LiveId" clId="{1A2F0365-87EB-44EF-880C-9B479EB2E3BF}" dt="2022-06-16T02:53:30.126" v="2300" actId="1036"/>
          <ac:spMkLst>
            <pc:docMk/>
            <pc:sldMk cId="300252525" sldId="263"/>
            <ac:spMk id="13" creationId="{C329A8A9-94EF-4E06-BE35-33F675D5CD7F}"/>
          </ac:spMkLst>
        </pc:spChg>
        <pc:spChg chg="add mod">
          <ac:chgData name="Laura Tran" userId="c8d5e2d7bd7920e8" providerId="LiveId" clId="{1A2F0365-87EB-44EF-880C-9B479EB2E3BF}" dt="2022-06-16T03:16:42.677" v="2510" actId="404"/>
          <ac:spMkLst>
            <pc:docMk/>
            <pc:sldMk cId="300252525" sldId="263"/>
            <ac:spMk id="14" creationId="{4BD75593-9A74-43CB-AD5B-80AF59D3349E}"/>
          </ac:spMkLst>
        </pc:spChg>
        <pc:spChg chg="add mod">
          <ac:chgData name="Laura Tran" userId="c8d5e2d7bd7920e8" providerId="LiveId" clId="{1A2F0365-87EB-44EF-880C-9B479EB2E3BF}" dt="2022-06-16T02:53:30.126" v="2300" actId="1036"/>
          <ac:spMkLst>
            <pc:docMk/>
            <pc:sldMk cId="300252525" sldId="263"/>
            <ac:spMk id="15" creationId="{8C1BA51D-62D3-4D6D-A383-8FB340282A22}"/>
          </ac:spMkLst>
        </pc:spChg>
        <pc:spChg chg="add mod">
          <ac:chgData name="Laura Tran" userId="c8d5e2d7bd7920e8" providerId="LiveId" clId="{1A2F0365-87EB-44EF-880C-9B479EB2E3BF}" dt="2022-06-16T03:16:42.677" v="2510" actId="404"/>
          <ac:spMkLst>
            <pc:docMk/>
            <pc:sldMk cId="300252525" sldId="263"/>
            <ac:spMk id="16" creationId="{12790044-4430-466C-97A0-8957E75A0266}"/>
          </ac:spMkLst>
        </pc:spChg>
        <pc:spChg chg="add del mod">
          <ac:chgData name="Laura Tran" userId="c8d5e2d7bd7920e8" providerId="LiveId" clId="{1A2F0365-87EB-44EF-880C-9B479EB2E3BF}" dt="2022-06-16T02:53:24.717" v="2283" actId="478"/>
          <ac:spMkLst>
            <pc:docMk/>
            <pc:sldMk cId="300252525" sldId="263"/>
            <ac:spMk id="17" creationId="{D9FFF54A-A434-4380-97C2-E12D354036E9}"/>
          </ac:spMkLst>
        </pc:spChg>
        <pc:spChg chg="add del mod">
          <ac:chgData name="Laura Tran" userId="c8d5e2d7bd7920e8" providerId="LiveId" clId="{1A2F0365-87EB-44EF-880C-9B479EB2E3BF}" dt="2022-06-16T02:53:24.717" v="2283" actId="478"/>
          <ac:spMkLst>
            <pc:docMk/>
            <pc:sldMk cId="300252525" sldId="263"/>
            <ac:spMk id="18" creationId="{8CEBC772-5F97-4ACB-B4FD-DC4A44E2B1C8}"/>
          </ac:spMkLst>
        </pc:spChg>
        <pc:spChg chg="del mod">
          <ac:chgData name="Laura Tran" userId="c8d5e2d7bd7920e8" providerId="LiveId" clId="{1A2F0365-87EB-44EF-880C-9B479EB2E3BF}" dt="2022-06-15T19:35:29.372" v="544" actId="478"/>
          <ac:spMkLst>
            <pc:docMk/>
            <pc:sldMk cId="300252525" sldId="263"/>
            <ac:spMk id="23" creationId="{F71FB2DE-5591-4949-AF0D-498E1C3223A0}"/>
          </ac:spMkLst>
        </pc:spChg>
        <pc:spChg chg="del">
          <ac:chgData name="Laura Tran" userId="c8d5e2d7bd7920e8" providerId="LiveId" clId="{1A2F0365-87EB-44EF-880C-9B479EB2E3BF}" dt="2022-06-15T19:35:27.798" v="542" actId="478"/>
          <ac:spMkLst>
            <pc:docMk/>
            <pc:sldMk cId="300252525" sldId="263"/>
            <ac:spMk id="24" creationId="{E4C064DA-F0CA-4B50-96AE-2FF69ECA96BD}"/>
          </ac:spMkLst>
        </pc:spChg>
        <pc:spChg chg="mod">
          <ac:chgData name="Laura Tran" userId="c8d5e2d7bd7920e8" providerId="LiveId" clId="{1A2F0365-87EB-44EF-880C-9B479EB2E3BF}" dt="2022-06-16T03:18:55.542" v="2537" actId="20577"/>
          <ac:spMkLst>
            <pc:docMk/>
            <pc:sldMk cId="300252525" sldId="263"/>
            <ac:spMk id="104" creationId="{5EAE37EA-0782-4C19-9C06-5AE2308F3F3D}"/>
          </ac:spMkLst>
        </pc:spChg>
        <pc:picChg chg="add mod">
          <ac:chgData name="Laura Tran" userId="c8d5e2d7bd7920e8" providerId="LiveId" clId="{1A2F0365-87EB-44EF-880C-9B479EB2E3BF}" dt="2022-06-15T20:00:29.614" v="1958" actId="1076"/>
          <ac:picMkLst>
            <pc:docMk/>
            <pc:sldMk cId="300252525" sldId="263"/>
            <ac:picMk id="3" creationId="{B6DB2023-49C9-44B3-9333-F3BA2675D1FB}"/>
          </ac:picMkLst>
        </pc:picChg>
        <pc:picChg chg="del">
          <ac:chgData name="Laura Tran" userId="c8d5e2d7bd7920e8" providerId="LiveId" clId="{1A2F0365-87EB-44EF-880C-9B479EB2E3BF}" dt="2022-06-15T19:35:25.646" v="541" actId="478"/>
          <ac:picMkLst>
            <pc:docMk/>
            <pc:sldMk cId="300252525" sldId="263"/>
            <ac:picMk id="6" creationId="{9D389B02-283D-48E6-B389-A469E7F56780}"/>
          </ac:picMkLst>
        </pc:picChg>
      </pc:sldChg>
      <pc:sldChg chg="addSp delSp modSp">
        <pc:chgData name="Laura Tran" userId="c8d5e2d7bd7920e8" providerId="LiveId" clId="{1A2F0365-87EB-44EF-880C-9B479EB2E3BF}" dt="2022-06-16T03:37:52.283" v="3093"/>
        <pc:sldMkLst>
          <pc:docMk/>
          <pc:sldMk cId="2696620302" sldId="264"/>
        </pc:sldMkLst>
        <pc:spChg chg="add del mod">
          <ac:chgData name="Laura Tran" userId="c8d5e2d7bd7920e8" providerId="LiveId" clId="{1A2F0365-87EB-44EF-880C-9B479EB2E3BF}" dt="2022-06-16T03:37:52.283" v="3093"/>
          <ac:spMkLst>
            <pc:docMk/>
            <pc:sldMk cId="2696620302" sldId="264"/>
            <ac:spMk id="9" creationId="{E2B0B308-32AA-4762-B3C1-411B212E5B7D}"/>
          </ac:spMkLst>
        </pc:spChg>
        <pc:spChg chg="mod">
          <ac:chgData name="Laura Tran" userId="c8d5e2d7bd7920e8" providerId="LiveId" clId="{1A2F0365-87EB-44EF-880C-9B479EB2E3BF}" dt="2022-06-15T20:04:42.351" v="2091" actId="1076"/>
          <ac:spMkLst>
            <pc:docMk/>
            <pc:sldMk cId="2696620302" sldId="264"/>
            <ac:spMk id="23" creationId="{F71FB2DE-5591-4949-AF0D-498E1C3223A0}"/>
          </ac:spMkLst>
        </pc:spChg>
        <pc:spChg chg="mod">
          <ac:chgData name="Laura Tran" userId="c8d5e2d7bd7920e8" providerId="LiveId" clId="{1A2F0365-87EB-44EF-880C-9B479EB2E3BF}" dt="2022-06-15T20:03:44.683" v="2082" actId="1076"/>
          <ac:spMkLst>
            <pc:docMk/>
            <pc:sldMk cId="2696620302" sldId="264"/>
            <ac:spMk id="24" creationId="{E4C064DA-F0CA-4B50-96AE-2FF69ECA96BD}"/>
          </ac:spMkLst>
        </pc:spChg>
        <pc:picChg chg="add mod ord modCrop">
          <ac:chgData name="Laura Tran" userId="c8d5e2d7bd7920e8" providerId="LiveId" clId="{1A2F0365-87EB-44EF-880C-9B479EB2E3BF}" dt="2022-06-15T20:03:35.948" v="2081" actId="732"/>
          <ac:picMkLst>
            <pc:docMk/>
            <pc:sldMk cId="2696620302" sldId="264"/>
            <ac:picMk id="3" creationId="{45C6FAB0-2077-4D60-BE18-B2A77986B067}"/>
          </ac:picMkLst>
        </pc:picChg>
        <pc:picChg chg="del mod">
          <ac:chgData name="Laura Tran" userId="c8d5e2d7bd7920e8" providerId="LiveId" clId="{1A2F0365-87EB-44EF-880C-9B479EB2E3BF}" dt="2022-06-15T20:03:16.018" v="2060" actId="478"/>
          <ac:picMkLst>
            <pc:docMk/>
            <pc:sldMk cId="2696620302" sldId="264"/>
            <ac:picMk id="6" creationId="{9D389B02-283D-48E6-B389-A469E7F56780}"/>
          </ac:picMkLst>
        </pc:picChg>
      </pc:sldChg>
      <pc:sldChg chg="addSp delSp modSp">
        <pc:chgData name="Laura Tran" userId="c8d5e2d7bd7920e8" providerId="LiveId" clId="{1A2F0365-87EB-44EF-880C-9B479EB2E3BF}" dt="2022-06-15T20:09:18.612" v="2193" actId="478"/>
        <pc:sldMkLst>
          <pc:docMk/>
          <pc:sldMk cId="1361004191" sldId="265"/>
        </pc:sldMkLst>
        <pc:spChg chg="mod">
          <ac:chgData name="Laura Tran" userId="c8d5e2d7bd7920e8" providerId="LiveId" clId="{1A2F0365-87EB-44EF-880C-9B479EB2E3BF}" dt="2022-06-15T20:07:02.140" v="2095" actId="20577"/>
          <ac:spMkLst>
            <pc:docMk/>
            <pc:sldMk cId="1361004191" sldId="265"/>
            <ac:spMk id="23" creationId="{F71FB2DE-5591-4949-AF0D-498E1C3223A0}"/>
          </ac:spMkLst>
        </pc:spChg>
        <pc:spChg chg="mod">
          <ac:chgData name="Laura Tran" userId="c8d5e2d7bd7920e8" providerId="LiveId" clId="{1A2F0365-87EB-44EF-880C-9B479EB2E3BF}" dt="2022-06-15T20:07:49.474" v="2160" actId="404"/>
          <ac:spMkLst>
            <pc:docMk/>
            <pc:sldMk cId="1361004191" sldId="265"/>
            <ac:spMk id="24" creationId="{E4C064DA-F0CA-4B50-96AE-2FF69ECA96BD}"/>
          </ac:spMkLst>
        </pc:spChg>
        <pc:picChg chg="add mod ord modCrop">
          <ac:chgData name="Laura Tran" userId="c8d5e2d7bd7920e8" providerId="LiveId" clId="{1A2F0365-87EB-44EF-880C-9B479EB2E3BF}" dt="2022-06-15T20:09:16.418" v="2192" actId="167"/>
          <ac:picMkLst>
            <pc:docMk/>
            <pc:sldMk cId="1361004191" sldId="265"/>
            <ac:picMk id="3" creationId="{2D50A96D-9944-45DD-AF95-09F0E6E6C8B4}"/>
          </ac:picMkLst>
        </pc:picChg>
        <pc:picChg chg="del">
          <ac:chgData name="Laura Tran" userId="c8d5e2d7bd7920e8" providerId="LiveId" clId="{1A2F0365-87EB-44EF-880C-9B479EB2E3BF}" dt="2022-06-15T20:09:18.612" v="2193" actId="478"/>
          <ac:picMkLst>
            <pc:docMk/>
            <pc:sldMk cId="1361004191" sldId="265"/>
            <ac:picMk id="6" creationId="{9D389B02-283D-48E6-B389-A469E7F56780}"/>
          </ac:picMkLst>
        </pc:picChg>
      </pc:sldChg>
      <pc:sldChg chg="addSp delSp modSp">
        <pc:chgData name="Laura Tran" userId="c8d5e2d7bd7920e8" providerId="LiveId" clId="{1A2F0365-87EB-44EF-880C-9B479EB2E3BF}" dt="2022-06-15T20:14:14.800" v="2274" actId="478"/>
        <pc:sldMkLst>
          <pc:docMk/>
          <pc:sldMk cId="1881947283" sldId="266"/>
        </pc:sldMkLst>
        <pc:spChg chg="mod">
          <ac:chgData name="Laura Tran" userId="c8d5e2d7bd7920e8" providerId="LiveId" clId="{1A2F0365-87EB-44EF-880C-9B479EB2E3BF}" dt="2022-06-15T20:09:30.973" v="2195" actId="20577"/>
          <ac:spMkLst>
            <pc:docMk/>
            <pc:sldMk cId="1881947283" sldId="266"/>
            <ac:spMk id="23" creationId="{F71FB2DE-5591-4949-AF0D-498E1C3223A0}"/>
          </ac:spMkLst>
        </pc:spChg>
        <pc:spChg chg="mod">
          <ac:chgData name="Laura Tran" userId="c8d5e2d7bd7920e8" providerId="LiveId" clId="{1A2F0365-87EB-44EF-880C-9B479EB2E3BF}" dt="2022-06-15T20:09:44.356" v="2238" actId="20577"/>
          <ac:spMkLst>
            <pc:docMk/>
            <pc:sldMk cId="1881947283" sldId="266"/>
            <ac:spMk id="24" creationId="{E4C064DA-F0CA-4B50-96AE-2FF69ECA96BD}"/>
          </ac:spMkLst>
        </pc:spChg>
        <pc:picChg chg="del">
          <ac:chgData name="Laura Tran" userId="c8d5e2d7bd7920e8" providerId="LiveId" clId="{1A2F0365-87EB-44EF-880C-9B479EB2E3BF}" dt="2022-06-15T20:14:14.800" v="2274" actId="478"/>
          <ac:picMkLst>
            <pc:docMk/>
            <pc:sldMk cId="1881947283" sldId="266"/>
            <ac:picMk id="3" creationId="{45C6FAB0-2077-4D60-BE18-B2A77986B067}"/>
          </ac:picMkLst>
        </pc:picChg>
        <pc:picChg chg="add mod ord modCrop">
          <ac:chgData name="Laura Tran" userId="c8d5e2d7bd7920e8" providerId="LiveId" clId="{1A2F0365-87EB-44EF-880C-9B479EB2E3BF}" dt="2022-06-15T20:14:13.003" v="2273" actId="167"/>
          <ac:picMkLst>
            <pc:docMk/>
            <pc:sldMk cId="1881947283" sldId="266"/>
            <ac:picMk id="4" creationId="{DD1E8D00-3D26-491B-8E25-62D7BCB76127}"/>
          </ac:picMkLst>
        </pc:picChg>
      </pc:sldChg>
      <pc:sldChg chg="addSp delSp modSp">
        <pc:chgData name="Laura Tran" userId="c8d5e2d7bd7920e8" providerId="LiveId" clId="{1A2F0365-87EB-44EF-880C-9B479EB2E3BF}" dt="2022-06-15T20:16:17.532" v="2282" actId="478"/>
        <pc:sldMkLst>
          <pc:docMk/>
          <pc:sldMk cId="3447818181" sldId="267"/>
        </pc:sldMkLst>
        <pc:spChg chg="mod">
          <ac:chgData name="Laura Tran" userId="c8d5e2d7bd7920e8" providerId="LiveId" clId="{1A2F0365-87EB-44EF-880C-9B479EB2E3BF}" dt="2022-06-15T20:10:00.921" v="2240" actId="20577"/>
          <ac:spMkLst>
            <pc:docMk/>
            <pc:sldMk cId="3447818181" sldId="267"/>
            <ac:spMk id="23" creationId="{F71FB2DE-5591-4949-AF0D-498E1C3223A0}"/>
          </ac:spMkLst>
        </pc:spChg>
        <pc:spChg chg="mod">
          <ac:chgData name="Laura Tran" userId="c8d5e2d7bd7920e8" providerId="LiveId" clId="{1A2F0365-87EB-44EF-880C-9B479EB2E3BF}" dt="2022-06-15T20:10:15.915" v="2264" actId="403"/>
          <ac:spMkLst>
            <pc:docMk/>
            <pc:sldMk cId="3447818181" sldId="267"/>
            <ac:spMk id="24" creationId="{E4C064DA-F0CA-4B50-96AE-2FF69ECA96BD}"/>
          </ac:spMkLst>
        </pc:spChg>
        <pc:picChg chg="del">
          <ac:chgData name="Laura Tran" userId="c8d5e2d7bd7920e8" providerId="LiveId" clId="{1A2F0365-87EB-44EF-880C-9B479EB2E3BF}" dt="2022-06-15T20:16:17.532" v="2282" actId="478"/>
          <ac:picMkLst>
            <pc:docMk/>
            <pc:sldMk cId="3447818181" sldId="267"/>
            <ac:picMk id="3" creationId="{2D50A96D-9944-45DD-AF95-09F0E6E6C8B4}"/>
          </ac:picMkLst>
        </pc:picChg>
        <pc:picChg chg="add mod ord modCrop">
          <ac:chgData name="Laura Tran" userId="c8d5e2d7bd7920e8" providerId="LiveId" clId="{1A2F0365-87EB-44EF-880C-9B479EB2E3BF}" dt="2022-06-15T20:16:16.005" v="2281" actId="167"/>
          <ac:picMkLst>
            <pc:docMk/>
            <pc:sldMk cId="3447818181" sldId="267"/>
            <ac:picMk id="4" creationId="{173CB4F2-C6DB-4CAC-8560-272FE5F86830}"/>
          </ac:picMkLst>
        </pc:picChg>
      </pc:sldChg>
      <pc:sldChg chg="addSp delSp modSp modAnim">
        <pc:chgData name="Laura Tran" userId="c8d5e2d7bd7920e8" providerId="LiveId" clId="{1A2F0365-87EB-44EF-880C-9B479EB2E3BF}" dt="2022-06-16T04:25:43.341" v="3236"/>
        <pc:sldMkLst>
          <pc:docMk/>
          <pc:sldMk cId="3012307973" sldId="268"/>
        </pc:sldMkLst>
        <pc:spChg chg="mod">
          <ac:chgData name="Laura Tran" userId="c8d5e2d7bd7920e8" providerId="LiveId" clId="{1A2F0365-87EB-44EF-880C-9B479EB2E3BF}" dt="2022-06-16T03:30:23.701" v="3040" actId="1035"/>
          <ac:spMkLst>
            <pc:docMk/>
            <pc:sldMk cId="3012307973" sldId="268"/>
            <ac:spMk id="4" creationId="{D7F539FF-D53A-4961-B3BD-E078FD0EB294}"/>
          </ac:spMkLst>
        </pc:spChg>
        <pc:spChg chg="mod">
          <ac:chgData name="Laura Tran" userId="c8d5e2d7bd7920e8" providerId="LiveId" clId="{1A2F0365-87EB-44EF-880C-9B479EB2E3BF}" dt="2022-06-16T03:30:23.701" v="3040" actId="1035"/>
          <ac:spMkLst>
            <pc:docMk/>
            <pc:sldMk cId="3012307973" sldId="268"/>
            <ac:spMk id="5" creationId="{BC98996E-0DAE-4D55-93BF-08C936CBA64B}"/>
          </ac:spMkLst>
        </pc:spChg>
        <pc:spChg chg="add mod ord">
          <ac:chgData name="Laura Tran" userId="c8d5e2d7bd7920e8" providerId="LiveId" clId="{1A2F0365-87EB-44EF-880C-9B479EB2E3BF}" dt="2022-06-16T03:36:46.557" v="3061" actId="14100"/>
          <ac:spMkLst>
            <pc:docMk/>
            <pc:sldMk cId="3012307973" sldId="268"/>
            <ac:spMk id="7" creationId="{CAFBF724-7B23-437F-A030-54607913A1FE}"/>
          </ac:spMkLst>
        </pc:spChg>
        <pc:spChg chg="add mod ord">
          <ac:chgData name="Laura Tran" userId="c8d5e2d7bd7920e8" providerId="LiveId" clId="{1A2F0365-87EB-44EF-880C-9B479EB2E3BF}" dt="2022-06-16T03:50:24.707" v="3126" actId="164"/>
          <ac:spMkLst>
            <pc:docMk/>
            <pc:sldMk cId="3012307973" sldId="268"/>
            <ac:spMk id="11" creationId="{B9D1F91A-EC2B-44C8-8CD7-A64F7DCD1551}"/>
          </ac:spMkLst>
        </pc:spChg>
        <pc:spChg chg="mod">
          <ac:chgData name="Laura Tran" userId="c8d5e2d7bd7920e8" providerId="LiveId" clId="{1A2F0365-87EB-44EF-880C-9B479EB2E3BF}" dt="2022-06-16T03:30:23.701" v="3040" actId="1035"/>
          <ac:spMkLst>
            <pc:docMk/>
            <pc:sldMk cId="3012307973" sldId="268"/>
            <ac:spMk id="13" creationId="{C329A8A9-94EF-4E06-BE35-33F675D5CD7F}"/>
          </ac:spMkLst>
        </pc:spChg>
        <pc:spChg chg="mod">
          <ac:chgData name="Laura Tran" userId="c8d5e2d7bd7920e8" providerId="LiveId" clId="{1A2F0365-87EB-44EF-880C-9B479EB2E3BF}" dt="2022-06-16T03:30:23.701" v="3040" actId="1035"/>
          <ac:spMkLst>
            <pc:docMk/>
            <pc:sldMk cId="3012307973" sldId="268"/>
            <ac:spMk id="14" creationId="{4BD75593-9A74-43CB-AD5B-80AF59D3349E}"/>
          </ac:spMkLst>
        </pc:spChg>
        <pc:spChg chg="mod">
          <ac:chgData name="Laura Tran" userId="c8d5e2d7bd7920e8" providerId="LiveId" clId="{1A2F0365-87EB-44EF-880C-9B479EB2E3BF}" dt="2022-06-16T03:30:23.701" v="3040" actId="1035"/>
          <ac:spMkLst>
            <pc:docMk/>
            <pc:sldMk cId="3012307973" sldId="268"/>
            <ac:spMk id="15" creationId="{8C1BA51D-62D3-4D6D-A383-8FB340282A22}"/>
          </ac:spMkLst>
        </pc:spChg>
        <pc:spChg chg="mod">
          <ac:chgData name="Laura Tran" userId="c8d5e2d7bd7920e8" providerId="LiveId" clId="{1A2F0365-87EB-44EF-880C-9B479EB2E3BF}" dt="2022-06-16T03:30:23.701" v="3040" actId="1035"/>
          <ac:spMkLst>
            <pc:docMk/>
            <pc:sldMk cId="3012307973" sldId="268"/>
            <ac:spMk id="16" creationId="{12790044-4430-466C-97A0-8957E75A0266}"/>
          </ac:spMkLst>
        </pc:spChg>
        <pc:spChg chg="add mod">
          <ac:chgData name="Laura Tran" userId="c8d5e2d7bd7920e8" providerId="LiveId" clId="{1A2F0365-87EB-44EF-880C-9B479EB2E3BF}" dt="2022-06-16T03:30:23.701" v="3040" actId="1035"/>
          <ac:spMkLst>
            <pc:docMk/>
            <pc:sldMk cId="3012307973" sldId="268"/>
            <ac:spMk id="17" creationId="{B0DF059E-CF41-422E-9352-88159A4749AB}"/>
          </ac:spMkLst>
        </pc:spChg>
        <pc:spChg chg="add mod">
          <ac:chgData name="Laura Tran" userId="c8d5e2d7bd7920e8" providerId="LiveId" clId="{1A2F0365-87EB-44EF-880C-9B479EB2E3BF}" dt="2022-06-16T03:30:23.701" v="3040" actId="1035"/>
          <ac:spMkLst>
            <pc:docMk/>
            <pc:sldMk cId="3012307973" sldId="268"/>
            <ac:spMk id="18" creationId="{214CBBBE-3FF1-4193-B254-946336B2539B}"/>
          </ac:spMkLst>
        </pc:spChg>
        <pc:spChg chg="add mod">
          <ac:chgData name="Laura Tran" userId="c8d5e2d7bd7920e8" providerId="LiveId" clId="{1A2F0365-87EB-44EF-880C-9B479EB2E3BF}" dt="2022-06-16T03:30:23.701" v="3040" actId="1035"/>
          <ac:spMkLst>
            <pc:docMk/>
            <pc:sldMk cId="3012307973" sldId="268"/>
            <ac:spMk id="19" creationId="{C2D6911C-8264-4677-A7C8-823693C1B1F5}"/>
          </ac:spMkLst>
        </pc:spChg>
        <pc:spChg chg="add mod">
          <ac:chgData name="Laura Tran" userId="c8d5e2d7bd7920e8" providerId="LiveId" clId="{1A2F0365-87EB-44EF-880C-9B479EB2E3BF}" dt="2022-06-16T03:30:23.701" v="3040" actId="1035"/>
          <ac:spMkLst>
            <pc:docMk/>
            <pc:sldMk cId="3012307973" sldId="268"/>
            <ac:spMk id="20" creationId="{E468D8CB-2439-4FD0-81D9-10E040E8880A}"/>
          </ac:spMkLst>
        </pc:spChg>
        <pc:spChg chg="add del">
          <ac:chgData name="Laura Tran" userId="c8d5e2d7bd7920e8" providerId="LiveId" clId="{1A2F0365-87EB-44EF-880C-9B479EB2E3BF}" dt="2022-06-16T03:40:53.925" v="3117"/>
          <ac:spMkLst>
            <pc:docMk/>
            <pc:sldMk cId="3012307973" sldId="268"/>
            <ac:spMk id="23" creationId="{F41B06CF-47BF-48B5-B3D7-3A88D735B8DF}"/>
          </ac:spMkLst>
        </pc:spChg>
        <pc:spChg chg="add mod ord">
          <ac:chgData name="Laura Tran" userId="c8d5e2d7bd7920e8" providerId="LiveId" clId="{1A2F0365-87EB-44EF-880C-9B479EB2E3BF}" dt="2022-06-16T04:15:26.613" v="3149" actId="164"/>
          <ac:spMkLst>
            <pc:docMk/>
            <pc:sldMk cId="3012307973" sldId="268"/>
            <ac:spMk id="24" creationId="{33406417-DE57-4E25-BA8B-03F40FEDFCE2}"/>
          </ac:spMkLst>
        </pc:spChg>
        <pc:spChg chg="add mod ord">
          <ac:chgData name="Laura Tran" userId="c8d5e2d7bd7920e8" providerId="LiveId" clId="{1A2F0365-87EB-44EF-880C-9B479EB2E3BF}" dt="2022-06-16T04:18:04.369" v="3177" actId="164"/>
          <ac:spMkLst>
            <pc:docMk/>
            <pc:sldMk cId="3012307973" sldId="268"/>
            <ac:spMk id="28" creationId="{8FA92D0C-F448-4410-AC18-39E71EA27FD7}"/>
          </ac:spMkLst>
        </pc:spChg>
        <pc:spChg chg="add mod ord">
          <ac:chgData name="Laura Tran" userId="c8d5e2d7bd7920e8" providerId="LiveId" clId="{1A2F0365-87EB-44EF-880C-9B479EB2E3BF}" dt="2022-06-16T04:20:42.499" v="3204" actId="164"/>
          <ac:spMkLst>
            <pc:docMk/>
            <pc:sldMk cId="3012307973" sldId="268"/>
            <ac:spMk id="32" creationId="{BEBD1B63-65F6-426D-9C98-3F0A771C52A3}"/>
          </ac:spMkLst>
        </pc:spChg>
        <pc:spChg chg="add mod">
          <ac:chgData name="Laura Tran" userId="c8d5e2d7bd7920e8" providerId="LiveId" clId="{1A2F0365-87EB-44EF-880C-9B479EB2E3BF}" dt="2022-06-16T04:25:32.331" v="3232" actId="164"/>
          <ac:spMkLst>
            <pc:docMk/>
            <pc:sldMk cId="3012307973" sldId="268"/>
            <ac:spMk id="34" creationId="{11BA4A3B-0443-4BCA-9C4B-7E7CD6EE3C35}"/>
          </ac:spMkLst>
        </pc:spChg>
        <pc:spChg chg="mod">
          <ac:chgData name="Laura Tran" userId="c8d5e2d7bd7920e8" providerId="LiveId" clId="{1A2F0365-87EB-44EF-880C-9B479EB2E3BF}" dt="2022-06-16T03:19:07.522" v="2591" actId="20577"/>
          <ac:spMkLst>
            <pc:docMk/>
            <pc:sldMk cId="3012307973" sldId="268"/>
            <ac:spMk id="104" creationId="{5EAE37EA-0782-4C19-9C06-5AE2308F3F3D}"/>
          </ac:spMkLst>
        </pc:spChg>
        <pc:grpChg chg="add mod ord">
          <ac:chgData name="Laura Tran" userId="c8d5e2d7bd7920e8" providerId="LiveId" clId="{1A2F0365-87EB-44EF-880C-9B479EB2E3BF}" dt="2022-06-16T03:36:56.592" v="3065" actId="1076"/>
          <ac:grpSpMkLst>
            <pc:docMk/>
            <pc:sldMk cId="3012307973" sldId="268"/>
            <ac:grpSpMk id="8" creationId="{D18BDB1B-53E8-4610-A073-5EF74B9C50F6}"/>
          </ac:grpSpMkLst>
        </pc:grpChg>
        <pc:grpChg chg="add mod">
          <ac:chgData name="Laura Tran" userId="c8d5e2d7bd7920e8" providerId="LiveId" clId="{1A2F0365-87EB-44EF-880C-9B479EB2E3BF}" dt="2022-06-16T03:50:24.707" v="3126" actId="164"/>
          <ac:grpSpMkLst>
            <pc:docMk/>
            <pc:sldMk cId="3012307973" sldId="268"/>
            <ac:grpSpMk id="12" creationId="{C58E303F-ECAD-48CF-B6F6-66614B98C701}"/>
          </ac:grpSpMkLst>
        </pc:grpChg>
        <pc:grpChg chg="add mod">
          <ac:chgData name="Laura Tran" userId="c8d5e2d7bd7920e8" providerId="LiveId" clId="{1A2F0365-87EB-44EF-880C-9B479EB2E3BF}" dt="2022-06-16T04:15:26.613" v="3149" actId="164"/>
          <ac:grpSpMkLst>
            <pc:docMk/>
            <pc:sldMk cId="3012307973" sldId="268"/>
            <ac:grpSpMk id="25" creationId="{E467AEC9-1D3F-45D2-A2C0-FF35A11B7EA2}"/>
          </ac:grpSpMkLst>
        </pc:grpChg>
        <pc:grpChg chg="add mod">
          <ac:chgData name="Laura Tran" userId="c8d5e2d7bd7920e8" providerId="LiveId" clId="{1A2F0365-87EB-44EF-880C-9B479EB2E3BF}" dt="2022-06-16T04:18:04.369" v="3177" actId="164"/>
          <ac:grpSpMkLst>
            <pc:docMk/>
            <pc:sldMk cId="3012307973" sldId="268"/>
            <ac:grpSpMk id="29" creationId="{A8DD6BFA-AF9A-49F2-9E0C-32575B8B1AD9}"/>
          </ac:grpSpMkLst>
        </pc:grpChg>
        <pc:grpChg chg="add mod">
          <ac:chgData name="Laura Tran" userId="c8d5e2d7bd7920e8" providerId="LiveId" clId="{1A2F0365-87EB-44EF-880C-9B479EB2E3BF}" dt="2022-06-16T04:20:44.668" v="3205" actId="1036"/>
          <ac:grpSpMkLst>
            <pc:docMk/>
            <pc:sldMk cId="3012307973" sldId="268"/>
            <ac:grpSpMk id="33" creationId="{422FF81E-6467-4B7D-8D63-268400F74247}"/>
          </ac:grpSpMkLst>
        </pc:grpChg>
        <pc:grpChg chg="add mod">
          <ac:chgData name="Laura Tran" userId="c8d5e2d7bd7920e8" providerId="LiveId" clId="{1A2F0365-87EB-44EF-880C-9B479EB2E3BF}" dt="2022-06-16T04:25:32.331" v="3232" actId="164"/>
          <ac:grpSpMkLst>
            <pc:docMk/>
            <pc:sldMk cId="3012307973" sldId="268"/>
            <ac:grpSpMk id="39" creationId="{554E1901-EE7D-4172-BD6B-8334A85147D2}"/>
          </ac:grpSpMkLst>
        </pc:grpChg>
        <pc:picChg chg="add del mod">
          <ac:chgData name="Laura Tran" userId="c8d5e2d7bd7920e8" providerId="LiveId" clId="{1A2F0365-87EB-44EF-880C-9B479EB2E3BF}" dt="2022-06-16T03:36:54.020" v="3063" actId="478"/>
          <ac:picMkLst>
            <pc:docMk/>
            <pc:sldMk cId="3012307973" sldId="268"/>
            <ac:picMk id="3" creationId="{B6DB2023-49C9-44B3-9333-F3BA2675D1FB}"/>
          </ac:picMkLst>
        </pc:picChg>
        <pc:picChg chg="add mod modCrop">
          <ac:chgData name="Laura Tran" userId="c8d5e2d7bd7920e8" providerId="LiveId" clId="{1A2F0365-87EB-44EF-880C-9B479EB2E3BF}" dt="2022-06-16T03:36:11.467" v="3055" actId="164"/>
          <ac:picMkLst>
            <pc:docMk/>
            <pc:sldMk cId="3012307973" sldId="268"/>
            <ac:picMk id="6" creationId="{9B440DF6-8D01-4EBA-9427-7D8B4605720E}"/>
          </ac:picMkLst>
        </pc:picChg>
        <pc:picChg chg="add mod modCrop">
          <ac:chgData name="Laura Tran" userId="c8d5e2d7bd7920e8" providerId="LiveId" clId="{1A2F0365-87EB-44EF-880C-9B479EB2E3BF}" dt="2022-06-16T03:50:24.707" v="3126" actId="164"/>
          <ac:picMkLst>
            <pc:docMk/>
            <pc:sldMk cId="3012307973" sldId="268"/>
            <ac:picMk id="10" creationId="{03BF7C87-AE8E-4DB5-986F-83879E333825}"/>
          </ac:picMkLst>
        </pc:picChg>
        <pc:picChg chg="add mod modCrop">
          <ac:chgData name="Laura Tran" userId="c8d5e2d7bd7920e8" providerId="LiveId" clId="{1A2F0365-87EB-44EF-880C-9B479EB2E3BF}" dt="2022-06-16T04:15:26.613" v="3149" actId="164"/>
          <ac:picMkLst>
            <pc:docMk/>
            <pc:sldMk cId="3012307973" sldId="268"/>
            <ac:picMk id="22" creationId="{BE03E4EB-F530-4625-B537-E626093F0587}"/>
          </ac:picMkLst>
        </pc:picChg>
        <pc:picChg chg="add mod">
          <ac:chgData name="Laura Tran" userId="c8d5e2d7bd7920e8" providerId="LiveId" clId="{1A2F0365-87EB-44EF-880C-9B479EB2E3BF}" dt="2022-06-16T04:18:04.369" v="3177" actId="164"/>
          <ac:picMkLst>
            <pc:docMk/>
            <pc:sldMk cId="3012307973" sldId="268"/>
            <ac:picMk id="27" creationId="{1F9BF4D3-DC26-4443-87BC-082B48E81583}"/>
          </ac:picMkLst>
        </pc:picChg>
        <pc:picChg chg="add mod modCrop">
          <ac:chgData name="Laura Tran" userId="c8d5e2d7bd7920e8" providerId="LiveId" clId="{1A2F0365-87EB-44EF-880C-9B479EB2E3BF}" dt="2022-06-16T04:20:42.499" v="3204" actId="164"/>
          <ac:picMkLst>
            <pc:docMk/>
            <pc:sldMk cId="3012307973" sldId="268"/>
            <ac:picMk id="31" creationId="{D0A038E0-40C9-42DC-8D2E-FA8F36E842F0}"/>
          </ac:picMkLst>
        </pc:picChg>
        <pc:picChg chg="add mod modCrop">
          <ac:chgData name="Laura Tran" userId="c8d5e2d7bd7920e8" providerId="LiveId" clId="{1A2F0365-87EB-44EF-880C-9B479EB2E3BF}" dt="2022-06-16T04:25:32.331" v="3232" actId="164"/>
          <ac:picMkLst>
            <pc:docMk/>
            <pc:sldMk cId="3012307973" sldId="268"/>
            <ac:picMk id="36" creationId="{2543F287-F731-412D-9330-1C053313BFBC}"/>
          </ac:picMkLst>
        </pc:picChg>
        <pc:picChg chg="add mod">
          <ac:chgData name="Laura Tran" userId="c8d5e2d7bd7920e8" providerId="LiveId" clId="{1A2F0365-87EB-44EF-880C-9B479EB2E3BF}" dt="2022-06-16T04:25:32.331" v="3232" actId="164"/>
          <ac:picMkLst>
            <pc:docMk/>
            <pc:sldMk cId="3012307973" sldId="268"/>
            <ac:picMk id="38" creationId="{7FE583C5-315E-4D59-B23B-89906B406446}"/>
          </ac:picMkLst>
        </pc:picChg>
      </pc:sldChg>
      <pc:sldChg chg="new del">
        <pc:chgData name="Laura Tran" userId="c8d5e2d7bd7920e8" providerId="LiveId" clId="{1A2F0365-87EB-44EF-880C-9B479EB2E3BF}" dt="2022-06-16T04:29:05.116" v="3238" actId="47"/>
        <pc:sldMkLst>
          <pc:docMk/>
          <pc:sldMk cId="2659244983" sldId="269"/>
        </pc:sldMkLst>
      </pc:sldChg>
      <pc:sldChg chg="addSp delSp modSp delAnim modAnim">
        <pc:chgData name="Laura Tran" userId="c8d5e2d7bd7920e8" providerId="LiveId" clId="{1A2F0365-87EB-44EF-880C-9B479EB2E3BF}" dt="2022-06-16T15:51:32.966" v="5558"/>
        <pc:sldMkLst>
          <pc:docMk/>
          <pc:sldMk cId="1577209767" sldId="270"/>
        </pc:sldMkLst>
        <pc:spChg chg="add mod">
          <ac:chgData name="Laura Tran" userId="c8d5e2d7bd7920e8" providerId="LiveId" clId="{1A2F0365-87EB-44EF-880C-9B479EB2E3BF}" dt="2022-06-16T15:50:32.921" v="5541" actId="1035"/>
          <ac:spMkLst>
            <pc:docMk/>
            <pc:sldMk cId="1577209767" sldId="270"/>
            <ac:spMk id="2" creationId="{F52C8030-828E-4264-8C1E-12EABE077524}"/>
          </ac:spMkLst>
        </pc:spChg>
        <pc:spChg chg="add del mod">
          <ac:chgData name="Laura Tran" userId="c8d5e2d7bd7920e8" providerId="LiveId" clId="{1A2F0365-87EB-44EF-880C-9B479EB2E3BF}" dt="2022-06-16T15:50:29.098" v="5531" actId="478"/>
          <ac:spMkLst>
            <pc:docMk/>
            <pc:sldMk cId="1577209767" sldId="270"/>
            <ac:spMk id="3" creationId="{8DF3C916-46F7-48E8-B7F8-C603087D7A94}"/>
          </ac:spMkLst>
        </pc:spChg>
        <pc:spChg chg="del">
          <ac:chgData name="Laura Tran" userId="c8d5e2d7bd7920e8" providerId="LiveId" clId="{1A2F0365-87EB-44EF-880C-9B479EB2E3BF}" dt="2022-06-16T04:41:26.239" v="3302" actId="478"/>
          <ac:spMkLst>
            <pc:docMk/>
            <pc:sldMk cId="1577209767" sldId="270"/>
            <ac:spMk id="4" creationId="{D7F539FF-D53A-4961-B3BD-E078FD0EB294}"/>
          </ac:spMkLst>
        </pc:spChg>
        <pc:spChg chg="del">
          <ac:chgData name="Laura Tran" userId="c8d5e2d7bd7920e8" providerId="LiveId" clId="{1A2F0365-87EB-44EF-880C-9B479EB2E3BF}" dt="2022-06-16T04:41:26.239" v="3302" actId="478"/>
          <ac:spMkLst>
            <pc:docMk/>
            <pc:sldMk cId="1577209767" sldId="270"/>
            <ac:spMk id="5" creationId="{BC98996E-0DAE-4D55-93BF-08C936CBA64B}"/>
          </ac:spMkLst>
        </pc:spChg>
        <pc:spChg chg="del">
          <ac:chgData name="Laura Tran" userId="c8d5e2d7bd7920e8" providerId="LiveId" clId="{1A2F0365-87EB-44EF-880C-9B479EB2E3BF}" dt="2022-06-16T04:41:26.239" v="3302" actId="478"/>
          <ac:spMkLst>
            <pc:docMk/>
            <pc:sldMk cId="1577209767" sldId="270"/>
            <ac:spMk id="13" creationId="{C329A8A9-94EF-4E06-BE35-33F675D5CD7F}"/>
          </ac:spMkLst>
        </pc:spChg>
        <pc:spChg chg="del">
          <ac:chgData name="Laura Tran" userId="c8d5e2d7bd7920e8" providerId="LiveId" clId="{1A2F0365-87EB-44EF-880C-9B479EB2E3BF}" dt="2022-06-16T04:41:26.239" v="3302" actId="478"/>
          <ac:spMkLst>
            <pc:docMk/>
            <pc:sldMk cId="1577209767" sldId="270"/>
            <ac:spMk id="14" creationId="{4BD75593-9A74-43CB-AD5B-80AF59D3349E}"/>
          </ac:spMkLst>
        </pc:spChg>
        <pc:spChg chg="del">
          <ac:chgData name="Laura Tran" userId="c8d5e2d7bd7920e8" providerId="LiveId" clId="{1A2F0365-87EB-44EF-880C-9B479EB2E3BF}" dt="2022-06-16T04:41:26.239" v="3302" actId="478"/>
          <ac:spMkLst>
            <pc:docMk/>
            <pc:sldMk cId="1577209767" sldId="270"/>
            <ac:spMk id="15" creationId="{8C1BA51D-62D3-4D6D-A383-8FB340282A22}"/>
          </ac:spMkLst>
        </pc:spChg>
        <pc:spChg chg="del">
          <ac:chgData name="Laura Tran" userId="c8d5e2d7bd7920e8" providerId="LiveId" clId="{1A2F0365-87EB-44EF-880C-9B479EB2E3BF}" dt="2022-06-16T04:41:26.239" v="3302" actId="478"/>
          <ac:spMkLst>
            <pc:docMk/>
            <pc:sldMk cId="1577209767" sldId="270"/>
            <ac:spMk id="16" creationId="{12790044-4430-466C-97A0-8957E75A0266}"/>
          </ac:spMkLst>
        </pc:spChg>
        <pc:spChg chg="mod">
          <ac:chgData name="Laura Tran" userId="c8d5e2d7bd7920e8" providerId="LiveId" clId="{1A2F0365-87EB-44EF-880C-9B479EB2E3BF}" dt="2022-06-16T04:29:17.021" v="3300" actId="20577"/>
          <ac:spMkLst>
            <pc:docMk/>
            <pc:sldMk cId="1577209767" sldId="270"/>
            <ac:spMk id="104" creationId="{5EAE37EA-0782-4C19-9C06-5AE2308F3F3D}"/>
          </ac:spMkLst>
        </pc:spChg>
        <pc:picChg chg="del">
          <ac:chgData name="Laura Tran" userId="c8d5e2d7bd7920e8" providerId="LiveId" clId="{1A2F0365-87EB-44EF-880C-9B479EB2E3BF}" dt="2022-06-16T04:41:23.509" v="3301" actId="478"/>
          <ac:picMkLst>
            <pc:docMk/>
            <pc:sldMk cId="1577209767" sldId="270"/>
            <ac:picMk id="3" creationId="{B6DB2023-49C9-44B3-9333-F3BA2675D1FB}"/>
          </ac:picMkLst>
        </pc:picChg>
        <pc:picChg chg="add mod ord">
          <ac:chgData name="Laura Tran" userId="c8d5e2d7bd7920e8" providerId="LiveId" clId="{1A2F0365-87EB-44EF-880C-9B479EB2E3BF}" dt="2022-06-16T15:51:17.796" v="5554" actId="171"/>
          <ac:picMkLst>
            <pc:docMk/>
            <pc:sldMk cId="1577209767" sldId="270"/>
            <ac:picMk id="8" creationId="{24F68B5E-FE86-4867-AF13-9E552F19BD11}"/>
          </ac:picMkLst>
        </pc:picChg>
        <pc:picChg chg="add mod ord">
          <ac:chgData name="Laura Tran" userId="c8d5e2d7bd7920e8" providerId="LiveId" clId="{1A2F0365-87EB-44EF-880C-9B479EB2E3BF}" dt="2022-06-16T15:51:14.774" v="5552" actId="171"/>
          <ac:picMkLst>
            <pc:docMk/>
            <pc:sldMk cId="1577209767" sldId="270"/>
            <ac:picMk id="10" creationId="{1E7EF69F-BDF2-40D1-B70E-1BDDF095B645}"/>
          </ac:picMkLst>
        </pc:picChg>
        <pc:picChg chg="add del mod">
          <ac:chgData name="Laura Tran" userId="c8d5e2d7bd7920e8" providerId="LiveId" clId="{1A2F0365-87EB-44EF-880C-9B479EB2E3BF}" dt="2022-06-16T15:49:13.737" v="5506" actId="478"/>
          <ac:picMkLst>
            <pc:docMk/>
            <pc:sldMk cId="1577209767" sldId="270"/>
            <ac:picMk id="17" creationId="{296F8370-2A78-403B-AED1-B94D82FB399D}"/>
          </ac:picMkLst>
        </pc:picChg>
      </pc:sldChg>
      <pc:sldChg chg="addSp delSp modSp">
        <pc:chgData name="Laura Tran" userId="c8d5e2d7bd7920e8" providerId="LiveId" clId="{1A2F0365-87EB-44EF-880C-9B479EB2E3BF}" dt="2022-06-16T09:18:53.716" v="3897" actId="20577"/>
        <pc:sldMkLst>
          <pc:docMk/>
          <pc:sldMk cId="1408571141" sldId="271"/>
        </pc:sldMkLst>
        <pc:spChg chg="mod">
          <ac:chgData name="Laura Tran" userId="c8d5e2d7bd7920e8" providerId="LiveId" clId="{1A2F0365-87EB-44EF-880C-9B479EB2E3BF}" dt="2022-06-16T08:43:58.541" v="3420" actId="20577"/>
          <ac:spMkLst>
            <pc:docMk/>
            <pc:sldMk cId="1408571141" sldId="271"/>
            <ac:spMk id="2" creationId="{F52C8030-828E-4264-8C1E-12EABE077524}"/>
          </ac:spMkLst>
        </pc:spChg>
        <pc:graphicFrameChg chg="add del">
          <ac:chgData name="Laura Tran" userId="c8d5e2d7bd7920e8" providerId="LiveId" clId="{1A2F0365-87EB-44EF-880C-9B479EB2E3BF}" dt="2022-06-16T08:46:39.394" v="3423" actId="3680"/>
          <ac:graphicFrameMkLst>
            <pc:docMk/>
            <pc:sldMk cId="1408571141" sldId="271"/>
            <ac:graphicFrameMk id="3" creationId="{F69197EA-4EF9-4970-8FF4-581AC5CBAA65}"/>
          </ac:graphicFrameMkLst>
        </pc:graphicFrameChg>
        <pc:graphicFrameChg chg="add mod modGraphic">
          <ac:chgData name="Laura Tran" userId="c8d5e2d7bd7920e8" providerId="LiveId" clId="{1A2F0365-87EB-44EF-880C-9B479EB2E3BF}" dt="2022-06-16T09:18:53.716" v="3897" actId="20577"/>
          <ac:graphicFrameMkLst>
            <pc:docMk/>
            <pc:sldMk cId="1408571141" sldId="271"/>
            <ac:graphicFrameMk id="5" creationId="{CF34336F-3C5F-4F86-9DC6-68DC0DC506C5}"/>
          </ac:graphicFrameMkLst>
        </pc:graphicFrameChg>
        <pc:picChg chg="del">
          <ac:chgData name="Laura Tran" userId="c8d5e2d7bd7920e8" providerId="LiveId" clId="{1A2F0365-87EB-44EF-880C-9B479EB2E3BF}" dt="2022-06-16T08:45:43.500" v="3421" actId="478"/>
          <ac:picMkLst>
            <pc:docMk/>
            <pc:sldMk cId="1408571141" sldId="271"/>
            <ac:picMk id="17" creationId="{296F8370-2A78-403B-AED1-B94D82FB399D}"/>
          </ac:picMkLst>
        </pc:picChg>
      </pc:sldChg>
      <pc:sldChg chg="addSp delSp modSp">
        <pc:chgData name="Laura Tran" userId="c8d5e2d7bd7920e8" providerId="LiveId" clId="{1A2F0365-87EB-44EF-880C-9B479EB2E3BF}" dt="2022-06-16T09:22:27.721" v="3962" actId="20577"/>
        <pc:sldMkLst>
          <pc:docMk/>
          <pc:sldMk cId="124489982" sldId="272"/>
        </pc:sldMkLst>
        <pc:spChg chg="mod">
          <ac:chgData name="Laura Tran" userId="c8d5e2d7bd7920e8" providerId="LiveId" clId="{1A2F0365-87EB-44EF-880C-9B479EB2E3BF}" dt="2022-06-16T09:22:27.721" v="3962" actId="20577"/>
          <ac:spMkLst>
            <pc:docMk/>
            <pc:sldMk cId="124489982" sldId="272"/>
            <ac:spMk id="2" creationId="{F52C8030-828E-4264-8C1E-12EABE077524}"/>
          </ac:spMkLst>
        </pc:spChg>
        <pc:graphicFrameChg chg="del">
          <ac:chgData name="Laura Tran" userId="c8d5e2d7bd7920e8" providerId="LiveId" clId="{1A2F0365-87EB-44EF-880C-9B479EB2E3BF}" dt="2022-06-16T09:21:55.561" v="3955" actId="478"/>
          <ac:graphicFrameMkLst>
            <pc:docMk/>
            <pc:sldMk cId="124489982" sldId="272"/>
            <ac:graphicFrameMk id="5" creationId="{CF34336F-3C5F-4F86-9DC6-68DC0DC506C5}"/>
          </ac:graphicFrameMkLst>
        </pc:graphicFrameChg>
        <pc:picChg chg="add mod">
          <ac:chgData name="Laura Tran" userId="c8d5e2d7bd7920e8" providerId="LiveId" clId="{1A2F0365-87EB-44EF-880C-9B479EB2E3BF}" dt="2022-06-16T09:22:15.791" v="3960" actId="1076"/>
          <ac:picMkLst>
            <pc:docMk/>
            <pc:sldMk cId="124489982" sldId="272"/>
            <ac:picMk id="8" creationId="{E07E97E3-341D-4031-9373-692591C78DD9}"/>
          </ac:picMkLst>
        </pc:picChg>
      </pc:sldChg>
      <pc:sldChg chg="addSp delSp modSp modAnim">
        <pc:chgData name="Laura Tran" userId="c8d5e2d7bd7920e8" providerId="LiveId" clId="{1A2F0365-87EB-44EF-880C-9B479EB2E3BF}" dt="2022-06-16T10:50:29.743" v="4835" actId="1036"/>
        <pc:sldMkLst>
          <pc:docMk/>
          <pc:sldMk cId="856737973" sldId="273"/>
        </pc:sldMkLst>
        <pc:spChg chg="mod">
          <ac:chgData name="Laura Tran" userId="c8d5e2d7bd7920e8" providerId="LiveId" clId="{1A2F0365-87EB-44EF-880C-9B479EB2E3BF}" dt="2022-06-16T09:52:51.987" v="4048" actId="1076"/>
          <ac:spMkLst>
            <pc:docMk/>
            <pc:sldMk cId="856737973" sldId="273"/>
            <ac:spMk id="2" creationId="{F52C8030-828E-4264-8C1E-12EABE077524}"/>
          </ac:spMkLst>
        </pc:spChg>
        <pc:spChg chg="add mod">
          <ac:chgData name="Laura Tran" userId="c8d5e2d7bd7920e8" providerId="LiveId" clId="{1A2F0365-87EB-44EF-880C-9B479EB2E3BF}" dt="2022-06-16T10:50:29.743" v="4835" actId="1036"/>
          <ac:spMkLst>
            <pc:docMk/>
            <pc:sldMk cId="856737973" sldId="273"/>
            <ac:spMk id="3" creationId="{236B7D34-4275-46D2-A191-448D0654F776}"/>
          </ac:spMkLst>
        </pc:spChg>
        <pc:spChg chg="add mod">
          <ac:chgData name="Laura Tran" userId="c8d5e2d7bd7920e8" providerId="LiveId" clId="{1A2F0365-87EB-44EF-880C-9B479EB2E3BF}" dt="2022-06-16T10:50:29.743" v="4835" actId="1036"/>
          <ac:spMkLst>
            <pc:docMk/>
            <pc:sldMk cId="856737973" sldId="273"/>
            <ac:spMk id="10" creationId="{37AF52B4-537B-4C56-A1D3-92126E819451}"/>
          </ac:spMkLst>
        </pc:spChg>
        <pc:spChg chg="add mod">
          <ac:chgData name="Laura Tran" userId="c8d5e2d7bd7920e8" providerId="LiveId" clId="{1A2F0365-87EB-44EF-880C-9B479EB2E3BF}" dt="2022-06-16T10:50:29.743" v="4835" actId="1036"/>
          <ac:spMkLst>
            <pc:docMk/>
            <pc:sldMk cId="856737973" sldId="273"/>
            <ac:spMk id="12" creationId="{FB39A24C-2214-4A1E-A3E5-48223294F235}"/>
          </ac:spMkLst>
        </pc:spChg>
        <pc:spChg chg="add mod">
          <ac:chgData name="Laura Tran" userId="c8d5e2d7bd7920e8" providerId="LiveId" clId="{1A2F0365-87EB-44EF-880C-9B479EB2E3BF}" dt="2022-06-16T10:50:29.743" v="4835" actId="1036"/>
          <ac:spMkLst>
            <pc:docMk/>
            <pc:sldMk cId="856737973" sldId="273"/>
            <ac:spMk id="14" creationId="{BD16FB5C-C0EC-4A0E-B1B5-17E1B967DD53}"/>
          </ac:spMkLst>
        </pc:spChg>
        <pc:spChg chg="add mod">
          <ac:chgData name="Laura Tran" userId="c8d5e2d7bd7920e8" providerId="LiveId" clId="{1A2F0365-87EB-44EF-880C-9B479EB2E3BF}" dt="2022-06-16T10:50:29.743" v="4835" actId="1036"/>
          <ac:spMkLst>
            <pc:docMk/>
            <pc:sldMk cId="856737973" sldId="273"/>
            <ac:spMk id="16" creationId="{44654360-E829-44E6-9560-230D6B90AD58}"/>
          </ac:spMkLst>
        </pc:spChg>
        <pc:spChg chg="add mod">
          <ac:chgData name="Laura Tran" userId="c8d5e2d7bd7920e8" providerId="LiveId" clId="{1A2F0365-87EB-44EF-880C-9B479EB2E3BF}" dt="2022-06-16T10:50:29.743" v="4835" actId="1036"/>
          <ac:spMkLst>
            <pc:docMk/>
            <pc:sldMk cId="856737973" sldId="273"/>
            <ac:spMk id="19" creationId="{1CDB24CA-4AC6-47AA-BFDD-85FD287677EC}"/>
          </ac:spMkLst>
        </pc:spChg>
        <pc:spChg chg="mod">
          <ac:chgData name="Laura Tran" userId="c8d5e2d7bd7920e8" providerId="LiveId" clId="{1A2F0365-87EB-44EF-880C-9B479EB2E3BF}" dt="2022-06-16T09:46:58.812" v="3999" actId="20577"/>
          <ac:spMkLst>
            <pc:docMk/>
            <pc:sldMk cId="856737973" sldId="273"/>
            <ac:spMk id="104" creationId="{5EAE37EA-0782-4C19-9C06-5AE2308F3F3D}"/>
          </ac:spMkLst>
        </pc:spChg>
        <pc:picChg chg="del">
          <ac:chgData name="Laura Tran" userId="c8d5e2d7bd7920e8" providerId="LiveId" clId="{1A2F0365-87EB-44EF-880C-9B479EB2E3BF}" dt="2022-06-16T09:47:01.772" v="4000" actId="478"/>
          <ac:picMkLst>
            <pc:docMk/>
            <pc:sldMk cId="856737973" sldId="273"/>
            <ac:picMk id="8" creationId="{E07E97E3-341D-4031-9373-692591C78DD9}"/>
          </ac:picMkLst>
        </pc:picChg>
        <pc:picChg chg="add mod modCrop">
          <ac:chgData name="Laura Tran" userId="c8d5e2d7bd7920e8" providerId="LiveId" clId="{1A2F0365-87EB-44EF-880C-9B479EB2E3BF}" dt="2022-06-16T10:00:15.611" v="4079" actId="14100"/>
          <ac:picMkLst>
            <pc:docMk/>
            <pc:sldMk cId="856737973" sldId="273"/>
            <ac:picMk id="9" creationId="{453385AB-C799-4DC3-B4A8-D0C2DC7A3DDB}"/>
          </ac:picMkLst>
        </pc:picChg>
        <pc:picChg chg="add">
          <ac:chgData name="Laura Tran" userId="c8d5e2d7bd7920e8" providerId="LiveId" clId="{1A2F0365-87EB-44EF-880C-9B479EB2E3BF}" dt="2022-06-16T10:13:22.009" v="4145"/>
          <ac:picMkLst>
            <pc:docMk/>
            <pc:sldMk cId="856737973" sldId="273"/>
            <ac:picMk id="11" creationId="{98271072-8D17-43D6-9047-5502D761D7EB}"/>
          </ac:picMkLst>
        </pc:picChg>
        <pc:picChg chg="add mod modCrop">
          <ac:chgData name="Laura Tran" userId="c8d5e2d7bd7920e8" providerId="LiveId" clId="{1A2F0365-87EB-44EF-880C-9B479EB2E3BF}" dt="2022-06-16T10:19:08.223" v="4187" actId="1037"/>
          <ac:picMkLst>
            <pc:docMk/>
            <pc:sldMk cId="856737973" sldId="273"/>
            <ac:picMk id="13" creationId="{D16339A8-1671-4A7D-98AD-1CEBA37C2AB0}"/>
          </ac:picMkLst>
        </pc:picChg>
        <pc:picChg chg="add mod modCrop">
          <ac:chgData name="Laura Tran" userId="c8d5e2d7bd7920e8" providerId="LiveId" clId="{1A2F0365-87EB-44EF-880C-9B479EB2E3BF}" dt="2022-06-16T10:20:58.724" v="4234" actId="1037"/>
          <ac:picMkLst>
            <pc:docMk/>
            <pc:sldMk cId="856737973" sldId="273"/>
            <ac:picMk id="15" creationId="{AADD177E-9644-46BA-819A-AA4179AF6166}"/>
          </ac:picMkLst>
        </pc:picChg>
        <pc:picChg chg="add mod modCrop">
          <ac:chgData name="Laura Tran" userId="c8d5e2d7bd7920e8" providerId="LiveId" clId="{1A2F0365-87EB-44EF-880C-9B479EB2E3BF}" dt="2022-06-16T10:23:49.303" v="4288" actId="14100"/>
          <ac:picMkLst>
            <pc:docMk/>
            <pc:sldMk cId="856737973" sldId="273"/>
            <ac:picMk id="17" creationId="{1084AA46-6CB8-4DAD-B088-1ACFAB7EC6A9}"/>
          </ac:picMkLst>
        </pc:picChg>
        <pc:picChg chg="add">
          <ac:chgData name="Laura Tran" userId="c8d5e2d7bd7920e8" providerId="LiveId" clId="{1A2F0365-87EB-44EF-880C-9B479EB2E3BF}" dt="2022-06-16T10:25:04.574" v="4296"/>
          <ac:picMkLst>
            <pc:docMk/>
            <pc:sldMk cId="856737973" sldId="273"/>
            <ac:picMk id="18" creationId="{81BE6566-CAAB-4122-9C84-23571B4C1D2E}"/>
          </ac:picMkLst>
        </pc:picChg>
        <pc:picChg chg="add mod modCrop">
          <ac:chgData name="Laura Tran" userId="c8d5e2d7bd7920e8" providerId="LiveId" clId="{1A2F0365-87EB-44EF-880C-9B479EB2E3BF}" dt="2022-06-16T10:26:16.703" v="4335" actId="1037"/>
          <ac:picMkLst>
            <pc:docMk/>
            <pc:sldMk cId="856737973" sldId="273"/>
            <ac:picMk id="20" creationId="{3032891D-11D1-437C-9FA7-DE4E2ACB6095}"/>
          </ac:picMkLst>
        </pc:picChg>
      </pc:sldChg>
      <pc:sldChg chg="addSp delSp modSp delAnim modAnim">
        <pc:chgData name="Laura Tran" userId="c8d5e2d7bd7920e8" providerId="LiveId" clId="{1A2F0365-87EB-44EF-880C-9B479EB2E3BF}" dt="2022-06-16T10:50:42.069" v="4848" actId="1036"/>
        <pc:sldMkLst>
          <pc:docMk/>
          <pc:sldMk cId="1557916237" sldId="274"/>
        </pc:sldMkLst>
        <pc:spChg chg="mod">
          <ac:chgData name="Laura Tran" userId="c8d5e2d7bd7920e8" providerId="LiveId" clId="{1A2F0365-87EB-44EF-880C-9B479EB2E3BF}" dt="2022-06-16T10:37:42.920" v="4362" actId="20577"/>
          <ac:spMkLst>
            <pc:docMk/>
            <pc:sldMk cId="1557916237" sldId="274"/>
            <ac:spMk id="2" creationId="{F52C8030-828E-4264-8C1E-12EABE077524}"/>
          </ac:spMkLst>
        </pc:spChg>
        <pc:spChg chg="mod">
          <ac:chgData name="Laura Tran" userId="c8d5e2d7bd7920e8" providerId="LiveId" clId="{1A2F0365-87EB-44EF-880C-9B479EB2E3BF}" dt="2022-06-16T10:50:42.069" v="4848" actId="1036"/>
          <ac:spMkLst>
            <pc:docMk/>
            <pc:sldMk cId="1557916237" sldId="274"/>
            <ac:spMk id="3" creationId="{236B7D34-4275-46D2-A191-448D0654F776}"/>
          </ac:spMkLst>
        </pc:spChg>
        <pc:spChg chg="mod">
          <ac:chgData name="Laura Tran" userId="c8d5e2d7bd7920e8" providerId="LiveId" clId="{1A2F0365-87EB-44EF-880C-9B479EB2E3BF}" dt="2022-06-16T10:50:42.069" v="4848" actId="1036"/>
          <ac:spMkLst>
            <pc:docMk/>
            <pc:sldMk cId="1557916237" sldId="274"/>
            <ac:spMk id="10" creationId="{37AF52B4-537B-4C56-A1D3-92126E819451}"/>
          </ac:spMkLst>
        </pc:spChg>
        <pc:spChg chg="mod">
          <ac:chgData name="Laura Tran" userId="c8d5e2d7bd7920e8" providerId="LiveId" clId="{1A2F0365-87EB-44EF-880C-9B479EB2E3BF}" dt="2022-06-16T10:50:42.069" v="4848" actId="1036"/>
          <ac:spMkLst>
            <pc:docMk/>
            <pc:sldMk cId="1557916237" sldId="274"/>
            <ac:spMk id="12" creationId="{FB39A24C-2214-4A1E-A3E5-48223294F235}"/>
          </ac:spMkLst>
        </pc:spChg>
        <pc:spChg chg="mod">
          <ac:chgData name="Laura Tran" userId="c8d5e2d7bd7920e8" providerId="LiveId" clId="{1A2F0365-87EB-44EF-880C-9B479EB2E3BF}" dt="2022-06-16T10:50:42.069" v="4848" actId="1036"/>
          <ac:spMkLst>
            <pc:docMk/>
            <pc:sldMk cId="1557916237" sldId="274"/>
            <ac:spMk id="14" creationId="{BD16FB5C-C0EC-4A0E-B1B5-17E1B967DD53}"/>
          </ac:spMkLst>
        </pc:spChg>
        <pc:spChg chg="mod">
          <ac:chgData name="Laura Tran" userId="c8d5e2d7bd7920e8" providerId="LiveId" clId="{1A2F0365-87EB-44EF-880C-9B479EB2E3BF}" dt="2022-06-16T10:50:42.069" v="4848" actId="1036"/>
          <ac:spMkLst>
            <pc:docMk/>
            <pc:sldMk cId="1557916237" sldId="274"/>
            <ac:spMk id="16" creationId="{44654360-E829-44E6-9560-230D6B90AD58}"/>
          </ac:spMkLst>
        </pc:spChg>
        <pc:spChg chg="mod">
          <ac:chgData name="Laura Tran" userId="c8d5e2d7bd7920e8" providerId="LiveId" clId="{1A2F0365-87EB-44EF-880C-9B479EB2E3BF}" dt="2022-06-16T10:50:42.069" v="4848" actId="1036"/>
          <ac:spMkLst>
            <pc:docMk/>
            <pc:sldMk cId="1557916237" sldId="274"/>
            <ac:spMk id="19" creationId="{1CDB24CA-4AC6-47AA-BFDD-85FD287677EC}"/>
          </ac:spMkLst>
        </pc:spChg>
        <pc:spChg chg="add mod">
          <ac:chgData name="Laura Tran" userId="c8d5e2d7bd7920e8" providerId="LiveId" clId="{1A2F0365-87EB-44EF-880C-9B479EB2E3BF}" dt="2022-06-16T10:50:42.069" v="4848" actId="1036"/>
          <ac:spMkLst>
            <pc:docMk/>
            <pc:sldMk cId="1557916237" sldId="274"/>
            <ac:spMk id="27" creationId="{AB796661-3577-46F1-A310-E67D731016EC}"/>
          </ac:spMkLst>
        </pc:spChg>
        <pc:picChg chg="del">
          <ac:chgData name="Laura Tran" userId="c8d5e2d7bd7920e8" providerId="LiveId" clId="{1A2F0365-87EB-44EF-880C-9B479EB2E3BF}" dt="2022-06-16T10:31:26.190" v="4340" actId="478"/>
          <ac:picMkLst>
            <pc:docMk/>
            <pc:sldMk cId="1557916237" sldId="274"/>
            <ac:picMk id="9" creationId="{453385AB-C799-4DC3-B4A8-D0C2DC7A3DDB}"/>
          </ac:picMkLst>
        </pc:picChg>
        <pc:picChg chg="del">
          <ac:chgData name="Laura Tran" userId="c8d5e2d7bd7920e8" providerId="LiveId" clId="{1A2F0365-87EB-44EF-880C-9B479EB2E3BF}" dt="2022-06-16T10:31:26.190" v="4340" actId="478"/>
          <ac:picMkLst>
            <pc:docMk/>
            <pc:sldMk cId="1557916237" sldId="274"/>
            <ac:picMk id="11" creationId="{98271072-8D17-43D6-9047-5502D761D7EB}"/>
          </ac:picMkLst>
        </pc:picChg>
        <pc:picChg chg="del">
          <ac:chgData name="Laura Tran" userId="c8d5e2d7bd7920e8" providerId="LiveId" clId="{1A2F0365-87EB-44EF-880C-9B479EB2E3BF}" dt="2022-06-16T10:31:26.190" v="4340" actId="478"/>
          <ac:picMkLst>
            <pc:docMk/>
            <pc:sldMk cId="1557916237" sldId="274"/>
            <ac:picMk id="13" creationId="{D16339A8-1671-4A7D-98AD-1CEBA37C2AB0}"/>
          </ac:picMkLst>
        </pc:picChg>
        <pc:picChg chg="del">
          <ac:chgData name="Laura Tran" userId="c8d5e2d7bd7920e8" providerId="LiveId" clId="{1A2F0365-87EB-44EF-880C-9B479EB2E3BF}" dt="2022-06-16T10:31:26.190" v="4340" actId="478"/>
          <ac:picMkLst>
            <pc:docMk/>
            <pc:sldMk cId="1557916237" sldId="274"/>
            <ac:picMk id="15" creationId="{AADD177E-9644-46BA-819A-AA4179AF6166}"/>
          </ac:picMkLst>
        </pc:picChg>
        <pc:picChg chg="del">
          <ac:chgData name="Laura Tran" userId="c8d5e2d7bd7920e8" providerId="LiveId" clId="{1A2F0365-87EB-44EF-880C-9B479EB2E3BF}" dt="2022-06-16T10:31:26.190" v="4340" actId="478"/>
          <ac:picMkLst>
            <pc:docMk/>
            <pc:sldMk cId="1557916237" sldId="274"/>
            <ac:picMk id="17" creationId="{1084AA46-6CB8-4DAD-B088-1ACFAB7EC6A9}"/>
          </ac:picMkLst>
        </pc:picChg>
        <pc:picChg chg="del">
          <ac:chgData name="Laura Tran" userId="c8d5e2d7bd7920e8" providerId="LiveId" clId="{1A2F0365-87EB-44EF-880C-9B479EB2E3BF}" dt="2022-06-16T10:31:26.190" v="4340" actId="478"/>
          <ac:picMkLst>
            <pc:docMk/>
            <pc:sldMk cId="1557916237" sldId="274"/>
            <ac:picMk id="20" creationId="{3032891D-11D1-437C-9FA7-DE4E2ACB6095}"/>
          </ac:picMkLst>
        </pc:picChg>
        <pc:picChg chg="add mod modCrop">
          <ac:chgData name="Laura Tran" userId="c8d5e2d7bd7920e8" providerId="LiveId" clId="{1A2F0365-87EB-44EF-880C-9B479EB2E3BF}" dt="2022-06-16T10:40:02.758" v="4499" actId="1038"/>
          <ac:picMkLst>
            <pc:docMk/>
            <pc:sldMk cId="1557916237" sldId="274"/>
            <ac:picMk id="21" creationId="{36121586-1EC9-4FE8-9235-A2D85CE1E601}"/>
          </ac:picMkLst>
        </pc:picChg>
        <pc:picChg chg="add mod">
          <ac:chgData name="Laura Tran" userId="c8d5e2d7bd7920e8" providerId="LiveId" clId="{1A2F0365-87EB-44EF-880C-9B479EB2E3BF}" dt="2022-06-16T10:41:13.916" v="4526" actId="1036"/>
          <ac:picMkLst>
            <pc:docMk/>
            <pc:sldMk cId="1557916237" sldId="274"/>
            <ac:picMk id="22" creationId="{91CB2229-9AFE-4A44-ABDE-73E9571A65EF}"/>
          </ac:picMkLst>
        </pc:picChg>
        <pc:picChg chg="add mod">
          <ac:chgData name="Laura Tran" userId="c8d5e2d7bd7920e8" providerId="LiveId" clId="{1A2F0365-87EB-44EF-880C-9B479EB2E3BF}" dt="2022-06-16T10:41:51.479" v="4566" actId="1076"/>
          <ac:picMkLst>
            <pc:docMk/>
            <pc:sldMk cId="1557916237" sldId="274"/>
            <ac:picMk id="23" creationId="{43669222-5622-45DA-B7C8-A11C2AA2AFCD}"/>
          </ac:picMkLst>
        </pc:picChg>
        <pc:picChg chg="add mod">
          <ac:chgData name="Laura Tran" userId="c8d5e2d7bd7920e8" providerId="LiveId" clId="{1A2F0365-87EB-44EF-880C-9B479EB2E3BF}" dt="2022-06-16T10:42:49.785" v="4634" actId="1036"/>
          <ac:picMkLst>
            <pc:docMk/>
            <pc:sldMk cId="1557916237" sldId="274"/>
            <ac:picMk id="24" creationId="{B452F071-0713-4386-9F5D-85DC28063F8C}"/>
          </ac:picMkLst>
        </pc:picChg>
        <pc:picChg chg="add mod">
          <ac:chgData name="Laura Tran" userId="c8d5e2d7bd7920e8" providerId="LiveId" clId="{1A2F0365-87EB-44EF-880C-9B479EB2E3BF}" dt="2022-06-16T10:43:55.745" v="4678" actId="1076"/>
          <ac:picMkLst>
            <pc:docMk/>
            <pc:sldMk cId="1557916237" sldId="274"/>
            <ac:picMk id="25" creationId="{DF898DEC-8B8F-40C1-B8DF-CCC9E838F721}"/>
          </ac:picMkLst>
        </pc:picChg>
        <pc:picChg chg="add mod modCrop">
          <ac:chgData name="Laura Tran" userId="c8d5e2d7bd7920e8" providerId="LiveId" clId="{1A2F0365-87EB-44EF-880C-9B479EB2E3BF}" dt="2022-06-16T10:45:13.992" v="4766" actId="1036"/>
          <ac:picMkLst>
            <pc:docMk/>
            <pc:sldMk cId="1557916237" sldId="274"/>
            <ac:picMk id="26" creationId="{F9211251-ACBF-490D-A3C4-612ADC2EAF91}"/>
          </ac:picMkLst>
        </pc:picChg>
        <pc:picChg chg="add mod">
          <ac:chgData name="Laura Tran" userId="c8d5e2d7bd7920e8" providerId="LiveId" clId="{1A2F0365-87EB-44EF-880C-9B479EB2E3BF}" dt="2022-06-16T10:46:30.103" v="4802" actId="1076"/>
          <ac:picMkLst>
            <pc:docMk/>
            <pc:sldMk cId="1557916237" sldId="274"/>
            <ac:picMk id="28" creationId="{984AC832-5C9C-46CF-9F03-CA2DD2A806EA}"/>
          </ac:picMkLst>
        </pc:picChg>
      </pc:sldChg>
      <pc:sldChg chg="addSp delSp modSp del">
        <pc:chgData name="Laura Tran" userId="c8d5e2d7bd7920e8" providerId="LiveId" clId="{1A2F0365-87EB-44EF-880C-9B479EB2E3BF}" dt="2022-06-16T10:13:28.138" v="4146" actId="47"/>
        <pc:sldMkLst>
          <pc:docMk/>
          <pc:sldMk cId="2099305596" sldId="274"/>
        </pc:sldMkLst>
        <pc:spChg chg="mod">
          <ac:chgData name="Laura Tran" userId="c8d5e2d7bd7920e8" providerId="LiveId" clId="{1A2F0365-87EB-44EF-880C-9B479EB2E3BF}" dt="2022-06-16T10:10:56.137" v="4093" actId="20577"/>
          <ac:spMkLst>
            <pc:docMk/>
            <pc:sldMk cId="2099305596" sldId="274"/>
            <ac:spMk id="3" creationId="{236B7D34-4275-46D2-A191-448D0654F776}"/>
          </ac:spMkLst>
        </pc:spChg>
        <pc:picChg chg="add del">
          <ac:chgData name="Laura Tran" userId="c8d5e2d7bd7920e8" providerId="LiveId" clId="{1A2F0365-87EB-44EF-880C-9B479EB2E3BF}" dt="2022-06-16T10:12:23.768" v="4109" actId="478"/>
          <ac:picMkLst>
            <pc:docMk/>
            <pc:sldMk cId="2099305596" sldId="274"/>
            <ac:picMk id="9" creationId="{453385AB-C799-4DC3-B4A8-D0C2DC7A3DDB}"/>
          </ac:picMkLst>
        </pc:picChg>
        <pc:picChg chg="add mod modCrop">
          <ac:chgData name="Laura Tran" userId="c8d5e2d7bd7920e8" providerId="LiveId" clId="{1A2F0365-87EB-44EF-880C-9B479EB2E3BF}" dt="2022-06-16T10:12:27.178" v="4110" actId="1076"/>
          <ac:picMkLst>
            <pc:docMk/>
            <pc:sldMk cId="2099305596" sldId="274"/>
            <ac:picMk id="10" creationId="{8F2AAFFC-A99E-4EF4-9B35-9F6E4194A87D}"/>
          </ac:picMkLst>
        </pc:picChg>
      </pc:sldChg>
      <pc:sldChg chg="modSp">
        <pc:chgData name="Laura Tran" userId="c8d5e2d7bd7920e8" providerId="LiveId" clId="{1A2F0365-87EB-44EF-880C-9B479EB2E3BF}" dt="2022-06-16T11:12:17.287" v="5120" actId="1076"/>
        <pc:sldMkLst>
          <pc:docMk/>
          <pc:sldMk cId="1923005869" sldId="275"/>
        </pc:sldMkLst>
        <pc:spChg chg="mod">
          <ac:chgData name="Laura Tran" userId="c8d5e2d7bd7920e8" providerId="LiveId" clId="{1A2F0365-87EB-44EF-880C-9B479EB2E3BF}" dt="2022-06-16T11:12:17.287" v="5120" actId="1076"/>
          <ac:spMkLst>
            <pc:docMk/>
            <pc:sldMk cId="1923005869" sldId="275"/>
            <ac:spMk id="12" creationId="{4C1AC8BD-4717-4F73-84ED-B3ABD33A7582}"/>
          </ac:spMkLst>
        </pc:spChg>
      </pc:sldChg>
      <pc:sldChg chg="addSp delSp modSp delAnim modAnim">
        <pc:chgData name="Laura Tran" userId="c8d5e2d7bd7920e8" providerId="LiveId" clId="{1A2F0365-87EB-44EF-880C-9B479EB2E3BF}" dt="2022-06-16T11:28:24.406" v="5505" actId="20577"/>
        <pc:sldMkLst>
          <pc:docMk/>
          <pc:sldMk cId="3284362124" sldId="276"/>
        </pc:sldMkLst>
        <pc:spChg chg="add del">
          <ac:chgData name="Laura Tran" userId="c8d5e2d7bd7920e8" providerId="LiveId" clId="{1A2F0365-87EB-44EF-880C-9B479EB2E3BF}" dt="2022-06-16T10:58:26.841" v="5047" actId="478"/>
          <ac:spMkLst>
            <pc:docMk/>
            <pc:sldMk cId="3284362124" sldId="276"/>
            <ac:spMk id="2" creationId="{A7E536BD-41D8-4FDD-B560-0581E920C0A8}"/>
          </ac:spMkLst>
        </pc:spChg>
        <pc:spChg chg="mod">
          <ac:chgData name="Laura Tran" userId="c8d5e2d7bd7920e8" providerId="LiveId" clId="{1A2F0365-87EB-44EF-880C-9B479EB2E3BF}" dt="2022-06-16T10:51:47.038" v="4894" actId="14100"/>
          <ac:spMkLst>
            <pc:docMk/>
            <pc:sldMk cId="3284362124" sldId="276"/>
            <ac:spMk id="4" creationId="{D7F539FF-D53A-4961-B3BD-E078FD0EB294}"/>
          </ac:spMkLst>
        </pc:spChg>
        <pc:spChg chg="mod">
          <ac:chgData name="Laura Tran" userId="c8d5e2d7bd7920e8" providerId="LiveId" clId="{1A2F0365-87EB-44EF-880C-9B479EB2E3BF}" dt="2022-06-16T10:54:24.114" v="4928" actId="1036"/>
          <ac:spMkLst>
            <pc:docMk/>
            <pc:sldMk cId="3284362124" sldId="276"/>
            <ac:spMk id="5" creationId="{BC98996E-0DAE-4D55-93BF-08C936CBA64B}"/>
          </ac:spMkLst>
        </pc:spChg>
        <pc:spChg chg="del mod">
          <ac:chgData name="Laura Tran" userId="c8d5e2d7bd7920e8" providerId="LiveId" clId="{1A2F0365-87EB-44EF-880C-9B479EB2E3BF}" dt="2022-06-16T10:51:28.894" v="4852" actId="478"/>
          <ac:spMkLst>
            <pc:docMk/>
            <pc:sldMk cId="3284362124" sldId="276"/>
            <ac:spMk id="13" creationId="{C329A8A9-94EF-4E06-BE35-33F675D5CD7F}"/>
          </ac:spMkLst>
        </pc:spChg>
        <pc:spChg chg="del mod">
          <ac:chgData name="Laura Tran" userId="c8d5e2d7bd7920e8" providerId="LiveId" clId="{1A2F0365-87EB-44EF-880C-9B479EB2E3BF}" dt="2022-06-16T10:51:28.894" v="4852" actId="478"/>
          <ac:spMkLst>
            <pc:docMk/>
            <pc:sldMk cId="3284362124" sldId="276"/>
            <ac:spMk id="14" creationId="{4BD75593-9A74-43CB-AD5B-80AF59D3349E}"/>
          </ac:spMkLst>
        </pc:spChg>
        <pc:spChg chg="del mod">
          <ac:chgData name="Laura Tran" userId="c8d5e2d7bd7920e8" providerId="LiveId" clId="{1A2F0365-87EB-44EF-880C-9B479EB2E3BF}" dt="2022-06-16T10:51:28.894" v="4852" actId="478"/>
          <ac:spMkLst>
            <pc:docMk/>
            <pc:sldMk cId="3284362124" sldId="276"/>
            <ac:spMk id="15" creationId="{8C1BA51D-62D3-4D6D-A383-8FB340282A22}"/>
          </ac:spMkLst>
        </pc:spChg>
        <pc:spChg chg="del mod">
          <ac:chgData name="Laura Tran" userId="c8d5e2d7bd7920e8" providerId="LiveId" clId="{1A2F0365-87EB-44EF-880C-9B479EB2E3BF}" dt="2022-06-16T10:51:28.894" v="4852" actId="478"/>
          <ac:spMkLst>
            <pc:docMk/>
            <pc:sldMk cId="3284362124" sldId="276"/>
            <ac:spMk id="16" creationId="{12790044-4430-466C-97A0-8957E75A0266}"/>
          </ac:spMkLst>
        </pc:spChg>
        <pc:spChg chg="add mod">
          <ac:chgData name="Laura Tran" userId="c8d5e2d7bd7920e8" providerId="LiveId" clId="{1A2F0365-87EB-44EF-880C-9B479EB2E3BF}" dt="2022-06-16T10:54:24.114" v="4928" actId="1036"/>
          <ac:spMkLst>
            <pc:docMk/>
            <pc:sldMk cId="3284362124" sldId="276"/>
            <ac:spMk id="17" creationId="{916D1CB2-E55E-4C4C-A0DA-182E01D368A5}"/>
          </ac:spMkLst>
        </pc:spChg>
        <pc:spChg chg="add mod">
          <ac:chgData name="Laura Tran" userId="c8d5e2d7bd7920e8" providerId="LiveId" clId="{1A2F0365-87EB-44EF-880C-9B479EB2E3BF}" dt="2022-06-16T10:54:24.114" v="4928" actId="1036"/>
          <ac:spMkLst>
            <pc:docMk/>
            <pc:sldMk cId="3284362124" sldId="276"/>
            <ac:spMk id="18" creationId="{5C908DD6-A19A-4C54-9C32-3CE59C7B2EA3}"/>
          </ac:spMkLst>
        </pc:spChg>
        <pc:spChg chg="add mod">
          <ac:chgData name="Laura Tran" userId="c8d5e2d7bd7920e8" providerId="LiveId" clId="{1A2F0365-87EB-44EF-880C-9B479EB2E3BF}" dt="2022-06-16T10:57:12.351" v="4958" actId="20577"/>
          <ac:spMkLst>
            <pc:docMk/>
            <pc:sldMk cId="3284362124" sldId="276"/>
            <ac:spMk id="19" creationId="{9853C2C9-10F5-4231-AC30-D62A56FF0E58}"/>
          </ac:spMkLst>
        </pc:spChg>
        <pc:spChg chg="add mod">
          <ac:chgData name="Laura Tran" userId="c8d5e2d7bd7920e8" providerId="LiveId" clId="{1A2F0365-87EB-44EF-880C-9B479EB2E3BF}" dt="2022-06-16T10:57:33.176" v="5040" actId="20577"/>
          <ac:spMkLst>
            <pc:docMk/>
            <pc:sldMk cId="3284362124" sldId="276"/>
            <ac:spMk id="20" creationId="{E54B4601-8841-487A-B1A2-6BBF0C13C896}"/>
          </ac:spMkLst>
        </pc:spChg>
        <pc:spChg chg="add mod">
          <ac:chgData name="Laura Tran" userId="c8d5e2d7bd7920e8" providerId="LiveId" clId="{1A2F0365-87EB-44EF-880C-9B479EB2E3BF}" dt="2022-06-16T10:58:08.056" v="5044" actId="255"/>
          <ac:spMkLst>
            <pc:docMk/>
            <pc:sldMk cId="3284362124" sldId="276"/>
            <ac:spMk id="21" creationId="{4529607E-7FF3-4F14-99A1-F5AA5FDEED8E}"/>
          </ac:spMkLst>
        </pc:spChg>
        <pc:spChg chg="add del mod">
          <ac:chgData name="Laura Tran" userId="c8d5e2d7bd7920e8" providerId="LiveId" clId="{1A2F0365-87EB-44EF-880C-9B479EB2E3BF}" dt="2022-06-16T10:58:11.059" v="5045" actId="478"/>
          <ac:spMkLst>
            <pc:docMk/>
            <pc:sldMk cId="3284362124" sldId="276"/>
            <ac:spMk id="22" creationId="{EE62D185-D2F8-419D-B34C-B4C8AC507093}"/>
          </ac:spMkLst>
        </pc:spChg>
        <pc:spChg chg="add mod">
          <ac:chgData name="Laura Tran" userId="c8d5e2d7bd7920e8" providerId="LiveId" clId="{1A2F0365-87EB-44EF-880C-9B479EB2E3BF}" dt="2022-06-16T10:58:56.900" v="5101" actId="20577"/>
          <ac:spMkLst>
            <pc:docMk/>
            <pc:sldMk cId="3284362124" sldId="276"/>
            <ac:spMk id="23" creationId="{239858C7-C6C1-4329-9462-E783877DBA57}"/>
          </ac:spMkLst>
        </pc:spChg>
        <pc:spChg chg="add mod">
          <ac:chgData name="Laura Tran" userId="c8d5e2d7bd7920e8" providerId="LiveId" clId="{1A2F0365-87EB-44EF-880C-9B479EB2E3BF}" dt="2022-06-16T10:59:20.167" v="5105" actId="2711"/>
          <ac:spMkLst>
            <pc:docMk/>
            <pc:sldMk cId="3284362124" sldId="276"/>
            <ac:spMk id="24" creationId="{8AF6A5D2-5094-48CF-934B-A5B9C4A266B5}"/>
          </ac:spMkLst>
        </pc:spChg>
        <pc:spChg chg="add mod">
          <ac:chgData name="Laura Tran" userId="c8d5e2d7bd7920e8" providerId="LiveId" clId="{1A2F0365-87EB-44EF-880C-9B479EB2E3BF}" dt="2022-06-16T10:58:46.747" v="5049" actId="1076"/>
          <ac:spMkLst>
            <pc:docMk/>
            <pc:sldMk cId="3284362124" sldId="276"/>
            <ac:spMk id="25" creationId="{25E06CDC-5DE9-46ED-AC92-148944559E4E}"/>
          </ac:spMkLst>
        </pc:spChg>
        <pc:spChg chg="add mod">
          <ac:chgData name="Laura Tran" userId="c8d5e2d7bd7920e8" providerId="LiveId" clId="{1A2F0365-87EB-44EF-880C-9B479EB2E3BF}" dt="2022-06-16T11:28:24.406" v="5505" actId="20577"/>
          <ac:spMkLst>
            <pc:docMk/>
            <pc:sldMk cId="3284362124" sldId="276"/>
            <ac:spMk id="26" creationId="{97B22313-5C17-407B-A9B5-D6D84EF47676}"/>
          </ac:spMkLst>
        </pc:spChg>
        <pc:spChg chg="mod">
          <ac:chgData name="Laura Tran" userId="c8d5e2d7bd7920e8" providerId="LiveId" clId="{1A2F0365-87EB-44EF-880C-9B479EB2E3BF}" dt="2022-06-16T10:48:18.537" v="4827" actId="20577"/>
          <ac:spMkLst>
            <pc:docMk/>
            <pc:sldMk cId="3284362124" sldId="276"/>
            <ac:spMk id="104" creationId="{5EAE37EA-0782-4C19-9C06-5AE2308F3F3D}"/>
          </ac:spMkLst>
        </pc:spChg>
        <pc:picChg chg="del">
          <ac:chgData name="Laura Tran" userId="c8d5e2d7bd7920e8" providerId="LiveId" clId="{1A2F0365-87EB-44EF-880C-9B479EB2E3BF}" dt="2022-06-16T10:51:15.766" v="4849" actId="478"/>
          <ac:picMkLst>
            <pc:docMk/>
            <pc:sldMk cId="3284362124" sldId="276"/>
            <ac:picMk id="3" creationId="{B6DB2023-49C9-44B3-9333-F3BA2675D1F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B386F-A167-4B4B-975C-57B7B746651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4F32D-A339-4229-9D38-9717712AD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948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5C520-ACFE-47E1-9418-AEA31A889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12BE7A-8D50-4674-B016-33F0BF2EA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37F55-D47E-473A-A584-6F3A21F8A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A2076-C21B-4564-9483-2260F237737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38875-426B-4D55-A16F-8DEEB5C5A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BBE47-9E8D-4921-8E50-010599E9A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3CB88-3B4C-4046-9B9E-96D2D981B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34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B4820-8BF0-4324-BC18-756023060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CD6E0-056D-4EB9-90F7-DB9EBC41E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CB4BC-5FAA-4D56-B166-D2B372C06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A2076-C21B-4564-9483-2260F237737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C0564-C1AE-4E2A-B01E-0E0E60FE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AE044-CC06-472A-BE4A-3012B50B4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3CB88-3B4C-4046-9B9E-96D2D981B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20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6D0B0-E01A-4268-AF0D-A4FFC2FF1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CDB9E-B912-4700-9050-DFED6A72A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CDC52-D78C-469D-AA58-E1834D453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A2076-C21B-4564-9483-2260F237737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4A30E-F992-4C27-8215-AD436FF73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64E79-AF74-412D-A97B-A57753528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3CB88-3B4C-4046-9B9E-96D2D981B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29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DE60B-BDB4-499C-A489-AA7726148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3FE15-D325-4AFE-B883-4AB510FAD3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7A8208-4A4D-4156-9A43-D96C96916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AC6E1-FAE8-47DB-B152-E7AB78F2A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A2076-C21B-4564-9483-2260F237737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44277-B7FD-4EBB-9356-86BBE3C67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A5D8B-8509-4E7C-8709-55E1B0AB4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3CB88-3B4C-4046-9B9E-96D2D981B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17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DEF6C-622D-43D3-B366-C4F15AE17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66A7A-3BFE-4103-B6B4-84F2830DE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223AE-1F35-4E6A-9A21-32BD8EA2C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254B2-3072-49FA-89F1-C1AB04E8DA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659A37-B623-42C4-ADA1-937EF9D0F4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5EC6F6-7C0C-4EC8-A680-CC83FE155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A2076-C21B-4564-9483-2260F237737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65A1D8-7D4F-40B2-8C30-E1196C142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4BD3E9-61E6-47E5-81E7-2753A1BAC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3CB88-3B4C-4046-9B9E-96D2D981B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30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CC002-3BFA-4B05-B041-EE7766C35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8FD119-9A2B-4760-9E8B-871C293F0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A2076-C21B-4564-9483-2260F237737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15DF0-5517-4C74-BCDB-42185FA43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FABE99-4FA3-47C7-9BD6-525C6C92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3CB88-3B4C-4046-9B9E-96D2D981B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571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821BDF-C4B9-44D6-9305-2758F10C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A2076-C21B-4564-9483-2260F237737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DA2428-2CDD-4486-BAC0-A92340A84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B9248-8075-4F22-9B07-92D2D1D83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3CB88-3B4C-4046-9B9E-96D2D981B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4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3769-396A-43ED-B9C8-B9B73B4E5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4BCA8-D0F6-473C-8450-AC3CCF874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85BAF-5A8B-4EBF-8FE0-18EC12E82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7B66A-C7BC-4EBF-8429-3E7AE01F1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A2076-C21B-4564-9483-2260F237737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683B2-6476-4F8D-B9BD-E5734AB3B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94DC9-CD9F-483B-BD71-0084B9A4D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3CB88-3B4C-4046-9B9E-96D2D981B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9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C12F-68EF-4CCA-AB46-34DE6CBB6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8CEFA0-E8E6-4158-9415-923604E12F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C78DE-1E74-4FC8-B808-4A2A4016F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E2D2E-1360-46F4-85B9-4709E9EAC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A2076-C21B-4564-9483-2260F237737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C7F21-C4F9-4C5D-AB56-04C01400D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F09E2-BCAB-43EF-B195-F115CB77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3CB88-3B4C-4046-9B9E-96D2D981B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28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CC0AC-4244-4BDE-924B-8BAF9CEC5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518072-A8AE-4A45-9C7A-5456AFA92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AC2D9-49C5-482A-9849-8E40C10F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A2076-C21B-4564-9483-2260F237737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44B6F-AFEA-48BB-98E8-6BDEAD7AE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4919D-7CA7-4F9E-959B-024D72DB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3CB88-3B4C-4046-9B9E-96D2D981B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55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B84050-6CF5-4B3A-925B-80F769EAD6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7C9AE9-F056-4C33-85E2-954A043F4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9F0FB-327C-4185-A2D7-74415048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A2076-C21B-4564-9483-2260F237737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CB332-692A-4927-BB9E-9EBD7FD39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10B9D-AB2F-466B-AC33-94400C5CC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3CB88-3B4C-4046-9B9E-96D2D981B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38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EB6810-0D47-40E7-9E43-36120630B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3D731-7538-441C-8373-100F345EB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EC1D5-0A60-41F2-A4B4-3FAFB753C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8A2076-C21B-4564-9483-2260F237737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D69DD-3293-4FD4-B695-1F718E01C9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B9E08-631A-4BA7-A20D-8DCF2C479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3CB88-3B4C-4046-9B9E-96D2D981B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91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AF55E4B-F059-4428-8818-AB20F9FE25C1}"/>
              </a:ext>
            </a:extLst>
          </p:cNvPr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D485575-2DFC-430F-8A30-5AD693007447}"/>
              </a:ext>
            </a:extLst>
          </p:cNvPr>
          <p:cNvCxnSpPr/>
          <p:nvPr/>
        </p:nvCxnSpPr>
        <p:spPr>
          <a:xfrm>
            <a:off x="0" y="6087035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0AE11B8-4EFA-46FF-BBE0-521E7C785198}"/>
              </a:ext>
            </a:extLst>
          </p:cNvPr>
          <p:cNvSpPr/>
          <p:nvPr/>
        </p:nvSpPr>
        <p:spPr>
          <a:xfrm>
            <a:off x="0" y="-28216"/>
            <a:ext cx="12192000" cy="793826"/>
          </a:xfrm>
          <a:prstGeom prst="rect">
            <a:avLst/>
          </a:prstGeom>
          <a:solidFill>
            <a:srgbClr val="EFE1D5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72064175-80FF-46D2-BDC3-0A48E05E4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702" y="303398"/>
            <a:ext cx="401451" cy="223028"/>
          </a:xfrm>
          <a:prstGeom prst="rect">
            <a:avLst/>
          </a:prstGeom>
        </p:spPr>
      </p:pic>
      <p:sp>
        <p:nvSpPr>
          <p:cNvPr id="95" name="Google Shape;299;p38">
            <a:extLst>
              <a:ext uri="{FF2B5EF4-FFF2-40B4-BE49-F238E27FC236}">
                <a16:creationId xmlns:a16="http://schemas.microsoft.com/office/drawing/2014/main" id="{2DB2BD11-831F-4EF9-9614-82167AB55B6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326255" y="1181867"/>
            <a:ext cx="9560791" cy="18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4E4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 DỰNG WEBSITE HỌC TIẾNG VIỆT </a:t>
            </a:r>
            <a:br>
              <a:rPr lang="en-US" sz="3600" dirty="0">
                <a:solidFill>
                  <a:srgbClr val="4E4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solidFill>
                  <a:srgbClr val="4E4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NGƯỜI NƯỚC NGOÀI</a:t>
            </a:r>
            <a:endParaRPr sz="3600" dirty="0">
              <a:solidFill>
                <a:srgbClr val="4E423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Google Shape;300;p38">
            <a:extLst>
              <a:ext uri="{FF2B5EF4-FFF2-40B4-BE49-F238E27FC236}">
                <a16:creationId xmlns:a16="http://schemas.microsoft.com/office/drawing/2014/main" id="{7546E324-6B09-4686-A15D-E536E2574DA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27506" y="2604320"/>
            <a:ext cx="5336981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ĐỒ ÁN TỐT NGHIỆP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A69B4F5-298C-4BF7-AB23-704EA3B5B91F}"/>
              </a:ext>
            </a:extLst>
          </p:cNvPr>
          <p:cNvSpPr txBox="1"/>
          <p:nvPr/>
        </p:nvSpPr>
        <p:spPr>
          <a:xfrm>
            <a:off x="3085206" y="1056667"/>
            <a:ext cx="6451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ỜNG ĐẠI HỌC GIAO THÔNG VẬN TẢI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D013E8B-921C-40BE-90C2-FAA1408DA784}"/>
              </a:ext>
            </a:extLst>
          </p:cNvPr>
          <p:cNvSpPr txBox="1"/>
          <p:nvPr/>
        </p:nvSpPr>
        <p:spPr>
          <a:xfrm>
            <a:off x="4359466" y="1574095"/>
            <a:ext cx="3549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KHOA CÔNG NGHỆ THÔNG TIN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0BA822-F1F1-4865-BADD-8E0B6AC51F55}"/>
              </a:ext>
            </a:extLst>
          </p:cNvPr>
          <p:cNvSpPr txBox="1"/>
          <p:nvPr/>
        </p:nvSpPr>
        <p:spPr>
          <a:xfrm>
            <a:off x="3622074" y="4581611"/>
            <a:ext cx="4614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: TS. Phạm Đình Phong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DED0959-FD0D-47F6-B94F-AC25308CAB7E}"/>
              </a:ext>
            </a:extLst>
          </p:cNvPr>
          <p:cNvSpPr txBox="1"/>
          <p:nvPr/>
        </p:nvSpPr>
        <p:spPr>
          <a:xfrm>
            <a:off x="3628552" y="4903448"/>
            <a:ext cx="592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: Phạm Thu Phương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9DF5D8D-6171-4391-A683-964AE6879B96}"/>
              </a:ext>
            </a:extLst>
          </p:cNvPr>
          <p:cNvSpPr txBox="1"/>
          <p:nvPr/>
        </p:nvSpPr>
        <p:spPr>
          <a:xfrm>
            <a:off x="3628552" y="5199312"/>
            <a:ext cx="4798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CNTT2- K63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893C784-FB2C-4DDD-B0A5-EB4504E70D45}"/>
              </a:ext>
            </a:extLst>
          </p:cNvPr>
          <p:cNvSpPr txBox="1"/>
          <p:nvPr/>
        </p:nvSpPr>
        <p:spPr>
          <a:xfrm>
            <a:off x="3622074" y="5519551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: 221230960</a:t>
            </a: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E523B5DC-547A-4175-A890-BDC54EBD9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778" y="928985"/>
            <a:ext cx="992690" cy="992690"/>
          </a:xfrm>
          <a:prstGeom prst="rect">
            <a:avLst/>
          </a:prstGeom>
        </p:spPr>
      </p:pic>
      <p:sp>
        <p:nvSpPr>
          <p:cNvPr id="106" name="Rectangle 105">
            <a:extLst>
              <a:ext uri="{FF2B5EF4-FFF2-40B4-BE49-F238E27FC236}">
                <a16:creationId xmlns:a16="http://schemas.microsoft.com/office/drawing/2014/main" id="{D0813C59-EE2D-42F2-8A24-57CD9D2F9849}"/>
              </a:ext>
            </a:extLst>
          </p:cNvPr>
          <p:cNvSpPr/>
          <p:nvPr/>
        </p:nvSpPr>
        <p:spPr>
          <a:xfrm>
            <a:off x="0" y="6092344"/>
            <a:ext cx="12192000" cy="793826"/>
          </a:xfrm>
          <a:prstGeom prst="rect">
            <a:avLst/>
          </a:prstGeom>
          <a:solidFill>
            <a:srgbClr val="EFE1D5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264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AF55E4B-F059-4428-8818-AB20F9FE25C1}"/>
              </a:ext>
            </a:extLst>
          </p:cNvPr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D485575-2DFC-430F-8A30-5AD693007447}"/>
              </a:ext>
            </a:extLst>
          </p:cNvPr>
          <p:cNvCxnSpPr/>
          <p:nvPr/>
        </p:nvCxnSpPr>
        <p:spPr>
          <a:xfrm>
            <a:off x="0" y="6087035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C1AC8BD-4717-4F73-84ED-B3ABD33A7582}"/>
              </a:ext>
            </a:extLst>
          </p:cNvPr>
          <p:cNvSpPr txBox="1"/>
          <p:nvPr/>
        </p:nvSpPr>
        <p:spPr>
          <a:xfrm>
            <a:off x="688149" y="2122628"/>
            <a:ext cx="1054487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</a:p>
          <a:p>
            <a:r>
              <a:rPr lang="en-US" sz="6600" dirty="0">
                <a:solidFill>
                  <a:srgbClr val="B2A2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 TIẾNG VIỆT</a:t>
            </a:r>
          </a:p>
          <a:p>
            <a:r>
              <a:rPr lang="en-US" sz="6600" dirty="0">
                <a:solidFill>
                  <a:srgbClr val="B2A2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NGƯỜI NƯỚC NGOÀI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EAE37EA-0782-4C19-9C06-5AE2308F3F3D}"/>
              </a:ext>
            </a:extLst>
          </p:cNvPr>
          <p:cNvSpPr txBox="1"/>
          <p:nvPr/>
        </p:nvSpPr>
        <p:spPr>
          <a:xfrm>
            <a:off x="1146642" y="241073"/>
            <a:ext cx="39285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spc="300" dirty="0">
                <a:solidFill>
                  <a:srgbClr val="B2A2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 Thu Phương -221230960</a:t>
            </a:r>
          </a:p>
        </p:txBody>
      </p:sp>
    </p:spTree>
    <p:extLst>
      <p:ext uri="{BB962C8B-B14F-4D97-AF65-F5344CB8AC3E}">
        <p14:creationId xmlns:p14="http://schemas.microsoft.com/office/powerpoint/2010/main" val="2560393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AF55E4B-F059-4428-8818-AB20F9FE25C1}"/>
              </a:ext>
            </a:extLst>
          </p:cNvPr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D485575-2DFC-430F-8A30-5AD693007447}"/>
              </a:ext>
            </a:extLst>
          </p:cNvPr>
          <p:cNvCxnSpPr/>
          <p:nvPr/>
        </p:nvCxnSpPr>
        <p:spPr>
          <a:xfrm>
            <a:off x="0" y="6087035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5EAE37EA-0782-4C19-9C06-5AE2308F3F3D}"/>
              </a:ext>
            </a:extLst>
          </p:cNvPr>
          <p:cNvSpPr txBox="1"/>
          <p:nvPr/>
        </p:nvSpPr>
        <p:spPr>
          <a:xfrm>
            <a:off x="1146642" y="241073"/>
            <a:ext cx="39285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00" spc="300" dirty="0">
                <a:solidFill>
                  <a:srgbClr val="B2A2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 Thu Phương -221230960</a:t>
            </a:r>
            <a:endParaRPr kumimoji="0" lang="en-US" sz="1700" b="0" i="0" u="none" strike="noStrike" kern="1200" cap="none" spc="300" normalizeH="0" baseline="0" noProof="0" dirty="0">
              <a:ln>
                <a:noFill/>
              </a:ln>
              <a:solidFill>
                <a:srgbClr val="B2A294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DDFE0D-140C-4750-A6E2-B1BD5B6CFD41}"/>
              </a:ext>
            </a:extLst>
          </p:cNvPr>
          <p:cNvSpPr txBox="1"/>
          <p:nvPr/>
        </p:nvSpPr>
        <p:spPr>
          <a:xfrm>
            <a:off x="4577795" y="1082090"/>
            <a:ext cx="30364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 CỤC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438CF-BBE0-4D08-ACA8-072A6C41A360}"/>
              </a:ext>
            </a:extLst>
          </p:cNvPr>
          <p:cNvSpPr txBox="1"/>
          <p:nvPr/>
        </p:nvSpPr>
        <p:spPr>
          <a:xfrm>
            <a:off x="1493301" y="2381796"/>
            <a:ext cx="8857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5400" dirty="0">
                <a:ln w="28575">
                  <a:solidFill>
                    <a:srgbClr val="B49D86"/>
                  </a:solidFill>
                </a:ln>
                <a:noFill/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F0A0A4-E16D-4AB3-BE59-F86ED0503D67}"/>
              </a:ext>
            </a:extLst>
          </p:cNvPr>
          <p:cNvSpPr txBox="1"/>
          <p:nvPr/>
        </p:nvSpPr>
        <p:spPr>
          <a:xfrm>
            <a:off x="2630953" y="2673677"/>
            <a:ext cx="1912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000" dirty="0" err="1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000" dirty="0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000" dirty="0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000" dirty="0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sz="2000" dirty="0">
              <a:solidFill>
                <a:srgbClr val="614A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B86556-8CFB-4487-8427-6B6EA1EBA66A}"/>
              </a:ext>
            </a:extLst>
          </p:cNvPr>
          <p:cNvSpPr txBox="1"/>
          <p:nvPr/>
        </p:nvSpPr>
        <p:spPr>
          <a:xfrm>
            <a:off x="1497596" y="4296353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5400" dirty="0">
                <a:ln w="28575">
                  <a:solidFill>
                    <a:srgbClr val="B49D86"/>
                  </a:solidFill>
                </a:ln>
                <a:noFill/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BB3D1E-5A2F-419E-9DFF-1BE452FAB038}"/>
              </a:ext>
            </a:extLst>
          </p:cNvPr>
          <p:cNvSpPr txBox="1"/>
          <p:nvPr/>
        </p:nvSpPr>
        <p:spPr>
          <a:xfrm>
            <a:off x="2630953" y="4584298"/>
            <a:ext cx="3285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2000" dirty="0">
              <a:solidFill>
                <a:srgbClr val="614A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5A3201-54C6-43F0-9825-561E66B4BE38}"/>
              </a:ext>
            </a:extLst>
          </p:cNvPr>
          <p:cNvSpPr txBox="1"/>
          <p:nvPr/>
        </p:nvSpPr>
        <p:spPr>
          <a:xfrm>
            <a:off x="6923037" y="2381796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5400" dirty="0">
                <a:ln w="28575">
                  <a:solidFill>
                    <a:srgbClr val="B49D86"/>
                  </a:solidFill>
                </a:ln>
                <a:noFill/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545AE3-0881-469A-9A49-937461E8993E}"/>
              </a:ext>
            </a:extLst>
          </p:cNvPr>
          <p:cNvSpPr txBox="1"/>
          <p:nvPr/>
        </p:nvSpPr>
        <p:spPr>
          <a:xfrm>
            <a:off x="8407493" y="2643406"/>
            <a:ext cx="21419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2000" dirty="0">
              <a:solidFill>
                <a:srgbClr val="614A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9911AC-3734-4351-A05B-C20CDF842B54}"/>
              </a:ext>
            </a:extLst>
          </p:cNvPr>
          <p:cNvSpPr txBox="1"/>
          <p:nvPr/>
        </p:nvSpPr>
        <p:spPr>
          <a:xfrm>
            <a:off x="6943844" y="4322688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5400" dirty="0">
                <a:ln w="28575">
                  <a:solidFill>
                    <a:srgbClr val="B49D86"/>
                  </a:solidFill>
                </a:ln>
                <a:noFill/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E56919-4DEF-4218-9207-C19234A3DBF1}"/>
              </a:ext>
            </a:extLst>
          </p:cNvPr>
          <p:cNvSpPr txBox="1"/>
          <p:nvPr/>
        </p:nvSpPr>
        <p:spPr>
          <a:xfrm>
            <a:off x="9031094" y="4584298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endParaRPr lang="en-US" sz="2000" dirty="0">
              <a:solidFill>
                <a:srgbClr val="614A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37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3" grpId="0"/>
      <p:bldP spid="14" grpId="0"/>
      <p:bldP spid="17" grpId="0"/>
      <p:bldP spid="18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AF55E4B-F059-4428-8818-AB20F9FE25C1}"/>
              </a:ext>
            </a:extLst>
          </p:cNvPr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D485575-2DFC-430F-8A30-5AD693007447}"/>
              </a:ext>
            </a:extLst>
          </p:cNvPr>
          <p:cNvCxnSpPr/>
          <p:nvPr/>
        </p:nvCxnSpPr>
        <p:spPr>
          <a:xfrm>
            <a:off x="0" y="6087035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5EAE37EA-0782-4C19-9C06-5AE2308F3F3D}"/>
              </a:ext>
            </a:extLst>
          </p:cNvPr>
          <p:cNvSpPr txBox="1"/>
          <p:nvPr/>
        </p:nvSpPr>
        <p:spPr>
          <a:xfrm>
            <a:off x="1155606" y="253329"/>
            <a:ext cx="260334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dirty="0">
                <a:solidFill>
                  <a:srgbClr val="B2A2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 Thu Phương -221230960</a:t>
            </a:r>
            <a:endParaRPr kumimoji="0" lang="en-US" sz="1500" b="0" i="0" u="none" strike="noStrike" kern="1200" cap="none" normalizeH="0" baseline="0" noProof="0" dirty="0">
              <a:ln>
                <a:noFill/>
              </a:ln>
              <a:solidFill>
                <a:srgbClr val="B2A294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1FB2DE-5591-4949-AF0D-498E1C3223A0}"/>
              </a:ext>
            </a:extLst>
          </p:cNvPr>
          <p:cNvSpPr txBox="1"/>
          <p:nvPr/>
        </p:nvSpPr>
        <p:spPr>
          <a:xfrm>
            <a:off x="2332595" y="1386895"/>
            <a:ext cx="2341410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600" dirty="0">
                <a:ln w="38100">
                  <a:solidFill>
                    <a:srgbClr val="614A36"/>
                  </a:solidFill>
                </a:ln>
                <a:noFill/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US" sz="19900" dirty="0">
              <a:ln w="38100">
                <a:solidFill>
                  <a:srgbClr val="614A36"/>
                </a:solidFill>
              </a:ln>
              <a:noFill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C064DA-F0CA-4B50-96AE-2FF69ECA96BD}"/>
              </a:ext>
            </a:extLst>
          </p:cNvPr>
          <p:cNvSpPr txBox="1"/>
          <p:nvPr/>
        </p:nvSpPr>
        <p:spPr>
          <a:xfrm>
            <a:off x="381000" y="4033773"/>
            <a:ext cx="11018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5400" dirty="0">
                <a:solidFill>
                  <a:srgbClr val="B49D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 QUAN BÀI TOÁN</a:t>
            </a:r>
          </a:p>
        </p:txBody>
      </p:sp>
    </p:spTree>
    <p:extLst>
      <p:ext uri="{BB962C8B-B14F-4D97-AF65-F5344CB8AC3E}">
        <p14:creationId xmlns:p14="http://schemas.microsoft.com/office/powerpoint/2010/main" val="2429613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AF55E4B-F059-4428-8818-AB20F9FE25C1}"/>
              </a:ext>
            </a:extLst>
          </p:cNvPr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D485575-2DFC-430F-8A30-5AD693007447}"/>
              </a:ext>
            </a:extLst>
          </p:cNvPr>
          <p:cNvCxnSpPr/>
          <p:nvPr/>
        </p:nvCxnSpPr>
        <p:spPr>
          <a:xfrm>
            <a:off x="0" y="6087035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5EAE37EA-0782-4C19-9C06-5AE2308F3F3D}"/>
              </a:ext>
            </a:extLst>
          </p:cNvPr>
          <p:cNvSpPr txBox="1"/>
          <p:nvPr/>
        </p:nvSpPr>
        <p:spPr>
          <a:xfrm>
            <a:off x="1155606" y="253329"/>
            <a:ext cx="228248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1500" noProof="0" dirty="0">
                <a:solidFill>
                  <a:srgbClr val="B2A2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 QUAN BÀI TOÁN</a:t>
            </a:r>
            <a:endParaRPr kumimoji="0" lang="vi-VN" sz="1500" b="0" i="0" u="none" strike="noStrike" kern="1200" cap="none" spc="0" normalizeH="0" baseline="0" noProof="0" dirty="0">
              <a:ln>
                <a:noFill/>
              </a:ln>
              <a:solidFill>
                <a:srgbClr val="B2A294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539FF-D53A-4961-B3BD-E078FD0EB294}"/>
              </a:ext>
            </a:extLst>
          </p:cNvPr>
          <p:cNvSpPr txBox="1"/>
          <p:nvPr/>
        </p:nvSpPr>
        <p:spPr>
          <a:xfrm>
            <a:off x="447720" y="1016605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noProof="0" dirty="0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Đặt vấn đề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8996E-0DAE-4D55-93BF-08C936CBA64B}"/>
              </a:ext>
            </a:extLst>
          </p:cNvPr>
          <p:cNvSpPr txBox="1"/>
          <p:nvPr/>
        </p:nvSpPr>
        <p:spPr>
          <a:xfrm>
            <a:off x="447718" y="1492060"/>
            <a:ext cx="1107892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vi-VN" sz="1600" noProof="0" dirty="0"/>
              <a:t>Nhu cầu học tiếng Việt của người nước ngoài ngày càng gia tăng.</a:t>
            </a:r>
          </a:p>
          <a:p>
            <a:pPr marL="285750" indent="-285750" algn="just">
              <a:buFontTx/>
              <a:buChar char="-"/>
            </a:pPr>
            <a:r>
              <a:rPr lang="vi-VN" sz="1600" noProof="0" dirty="0"/>
              <a:t>Khó khăn trong phát âm, ghi nhớ từ vựng và giao tiếp thực tế.</a:t>
            </a:r>
          </a:p>
          <a:p>
            <a:pPr marL="285750" indent="-285750" algn="just">
              <a:buFontTx/>
              <a:buChar char="-"/>
            </a:pPr>
            <a:r>
              <a:rPr lang="vi-VN" sz="1600" noProof="0" dirty="0"/>
              <a:t>Thiếu nền tảng kết hợp học tập, luyện tập và trải nghiệm thực tế với giáo viên bản địa.</a:t>
            </a:r>
            <a:endParaRPr lang="vi-VN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29A8A9-94EF-4E06-BE35-33F675D5CD7F}"/>
              </a:ext>
            </a:extLst>
          </p:cNvPr>
          <p:cNvSpPr txBox="1"/>
          <p:nvPr/>
        </p:nvSpPr>
        <p:spPr>
          <a:xfrm>
            <a:off x="534282" y="2836021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noProof="0" dirty="0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Mục tiêu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D75593-9A74-43CB-AD5B-80AF59D3349E}"/>
              </a:ext>
            </a:extLst>
          </p:cNvPr>
          <p:cNvSpPr txBox="1"/>
          <p:nvPr/>
        </p:nvSpPr>
        <p:spPr>
          <a:xfrm>
            <a:off x="5083233" y="3219859"/>
            <a:ext cx="6470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1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1BA51D-62D3-4D6D-A383-8FB340282A22}"/>
              </a:ext>
            </a:extLst>
          </p:cNvPr>
          <p:cNvSpPr txBox="1"/>
          <p:nvPr/>
        </p:nvSpPr>
        <p:spPr>
          <a:xfrm>
            <a:off x="534282" y="4407448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noProof="0" dirty="0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Phạm vi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790044-4430-466C-97A0-8957E75A0266}"/>
              </a:ext>
            </a:extLst>
          </p:cNvPr>
          <p:cNvSpPr txBox="1"/>
          <p:nvPr/>
        </p:nvSpPr>
        <p:spPr>
          <a:xfrm>
            <a:off x="5083233" y="4835407"/>
            <a:ext cx="6470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1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BCACEA-C100-DC98-677F-E9925700CD87}"/>
              </a:ext>
            </a:extLst>
          </p:cNvPr>
          <p:cNvSpPr txBox="1"/>
          <p:nvPr/>
        </p:nvSpPr>
        <p:spPr>
          <a:xfrm>
            <a:off x="447720" y="3323615"/>
            <a:ext cx="109165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vi-VN" noProof="0" dirty="0"/>
              <a:t>Hỗ trợ học theo lộ trình, tra cứu từ vựng, luyện phát âm và đánh giá năng lực.</a:t>
            </a:r>
          </a:p>
          <a:p>
            <a:pPr marL="285750" indent="-285750">
              <a:buFontTx/>
              <a:buChar char="-"/>
            </a:pPr>
            <a:r>
              <a:rPr lang="vi-VN" noProof="0" dirty="0"/>
              <a:t>Hỗ trợ học trực tuyến với giáo viên.</a:t>
            </a:r>
          </a:p>
          <a:p>
            <a:pPr marL="285750" indent="-285750">
              <a:buFontTx/>
              <a:buChar char="-"/>
            </a:pPr>
            <a:r>
              <a:rPr lang="vi-VN" noProof="0" dirty="0"/>
              <a:t>Kết nối trải nghiệm thực tế với giáo viên bản địa.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6E69A-33CF-68F7-722C-A93CE8C305E3}"/>
              </a:ext>
            </a:extLst>
          </p:cNvPr>
          <p:cNvSpPr txBox="1"/>
          <p:nvPr/>
        </p:nvSpPr>
        <p:spPr>
          <a:xfrm>
            <a:off x="534282" y="4937283"/>
            <a:ext cx="109923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vi-VN" noProof="0" dirty="0"/>
              <a:t>Quản lý khóa học và đánh giá năng lực.</a:t>
            </a:r>
          </a:p>
          <a:p>
            <a:pPr marL="285750" indent="-285750">
              <a:buFontTx/>
              <a:buChar char="-"/>
            </a:pPr>
            <a:r>
              <a:rPr lang="vi-VN" noProof="0" dirty="0"/>
              <a:t>Tổ chức lớp học trực tuyến.</a:t>
            </a:r>
          </a:p>
          <a:p>
            <a:pPr marL="285750" indent="-285750">
              <a:buFontTx/>
              <a:buChar char="-"/>
            </a:pPr>
            <a:r>
              <a:rPr lang="vi-VN" noProof="0" dirty="0"/>
              <a:t>Ghép cặp học viên – giáo viên cho hoạt động trải nghiệm.</a:t>
            </a:r>
          </a:p>
          <a:p>
            <a:pPr marL="285750" indent="-285750">
              <a:buFontTx/>
              <a:buChar char="-"/>
            </a:pPr>
            <a:r>
              <a:rPr lang="vi-VN" noProof="0" dirty="0"/>
              <a:t>Không quản lý tour du lịch.</a:t>
            </a:r>
          </a:p>
        </p:txBody>
      </p:sp>
    </p:spTree>
    <p:extLst>
      <p:ext uri="{BB962C8B-B14F-4D97-AF65-F5344CB8AC3E}">
        <p14:creationId xmlns:p14="http://schemas.microsoft.com/office/powerpoint/2010/main" val="300252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4" grpId="0"/>
      <p:bldP spid="5" grpId="0"/>
      <p:bldP spid="13" grpId="0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7C4410-BABF-C96E-E15F-4EE7A8C7F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82" y="1003670"/>
            <a:ext cx="10515600" cy="3760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4. 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CC9D570-C018-7143-6842-C25C86723223}"/>
              </a:ext>
            </a:extLst>
          </p:cNvPr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A60A193-1177-D61F-357F-69507C365E7E}"/>
              </a:ext>
            </a:extLst>
          </p:cNvPr>
          <p:cNvCxnSpPr/>
          <p:nvPr/>
        </p:nvCxnSpPr>
        <p:spPr>
          <a:xfrm>
            <a:off x="0" y="6087035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3AAD0A7-F6F9-18BE-EC46-ECD3DC926B1A}"/>
              </a:ext>
            </a:extLst>
          </p:cNvPr>
          <p:cNvSpPr txBox="1"/>
          <p:nvPr/>
        </p:nvSpPr>
        <p:spPr>
          <a:xfrm>
            <a:off x="1155606" y="253329"/>
            <a:ext cx="228248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noProof="0" dirty="0">
                <a:solidFill>
                  <a:srgbClr val="B2A2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 QUAN BÀI TOÁN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B2A294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0882A2-F832-6E9F-0A78-8436762E3788}"/>
              </a:ext>
            </a:extLst>
          </p:cNvPr>
          <p:cNvSpPr txBox="1"/>
          <p:nvPr/>
        </p:nvSpPr>
        <p:spPr>
          <a:xfrm>
            <a:off x="447720" y="1640541"/>
            <a:ext cx="11479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Angular: </a:t>
            </a:r>
            <a:r>
              <a:rPr lang="vi-VN" sz="1600" dirty="0"/>
              <a:t>Framework phát triển giao diện người dùng (HTML, CSS, TypeScript).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0B89D1-90B6-5B94-8374-B23C72281E4F}"/>
              </a:ext>
            </a:extLst>
          </p:cNvPr>
          <p:cNvSpPr txBox="1"/>
          <p:nvPr/>
        </p:nvSpPr>
        <p:spPr>
          <a:xfrm>
            <a:off x="5083233" y="3219859"/>
            <a:ext cx="67043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B4B2D8-DB2D-1CD0-526C-875093644FD9}"/>
              </a:ext>
            </a:extLst>
          </p:cNvPr>
          <p:cNvSpPr txBox="1"/>
          <p:nvPr/>
        </p:nvSpPr>
        <p:spPr>
          <a:xfrm>
            <a:off x="447720" y="2068759"/>
            <a:ext cx="11310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ASP.NET Core: Framework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Web API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(C#).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259119-6E78-F144-76EC-2774ED2D7CAD}"/>
              </a:ext>
            </a:extLst>
          </p:cNvPr>
          <p:cNvSpPr txBox="1"/>
          <p:nvPr/>
        </p:nvSpPr>
        <p:spPr>
          <a:xfrm>
            <a:off x="447720" y="2556389"/>
            <a:ext cx="11389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SQL Server: </a:t>
            </a:r>
            <a:r>
              <a:rPr lang="vi-VN" dirty="0"/>
              <a:t>Hệ quản trị cơ sở dữ liệu dùng để lưu trữ và quản lý dữ liệu</a:t>
            </a:r>
            <a:r>
              <a:rPr lang="en-US" dirty="0"/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805B18-8417-26FF-95A6-58FE67D9821A}"/>
              </a:ext>
            </a:extLst>
          </p:cNvPr>
          <p:cNvSpPr txBox="1"/>
          <p:nvPr/>
        </p:nvSpPr>
        <p:spPr>
          <a:xfrm>
            <a:off x="534282" y="3108728"/>
            <a:ext cx="11221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Python: </a:t>
            </a:r>
            <a:r>
              <a:rPr lang="vi-VN" dirty="0"/>
              <a:t>Ngôn ngữ lập trình được sử dụng để xử lý nhận dạng và tổng hợp giọng nói.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077624-9CEF-EEA1-2BC0-4B92DA0BD86C}"/>
              </a:ext>
            </a:extLst>
          </p:cNvPr>
          <p:cNvSpPr txBox="1"/>
          <p:nvPr/>
        </p:nvSpPr>
        <p:spPr>
          <a:xfrm>
            <a:off x="534282" y="3678855"/>
            <a:ext cx="9544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Stripe: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887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AF55E4B-F059-4428-8818-AB20F9FE25C1}"/>
              </a:ext>
            </a:extLst>
          </p:cNvPr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D485575-2DFC-430F-8A30-5AD693007447}"/>
              </a:ext>
            </a:extLst>
          </p:cNvPr>
          <p:cNvCxnSpPr/>
          <p:nvPr/>
        </p:nvCxnSpPr>
        <p:spPr>
          <a:xfrm>
            <a:off x="0" y="6087035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5EAE37EA-0782-4C19-9C06-5AE2308F3F3D}"/>
              </a:ext>
            </a:extLst>
          </p:cNvPr>
          <p:cNvSpPr txBox="1"/>
          <p:nvPr/>
        </p:nvSpPr>
        <p:spPr>
          <a:xfrm>
            <a:off x="1155606" y="253329"/>
            <a:ext cx="259051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dirty="0">
                <a:solidFill>
                  <a:srgbClr val="B2A2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 Thu Phuong -221230960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B2A294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1FB2DE-5591-4949-AF0D-498E1C3223A0}"/>
              </a:ext>
            </a:extLst>
          </p:cNvPr>
          <p:cNvSpPr txBox="1"/>
          <p:nvPr/>
        </p:nvSpPr>
        <p:spPr>
          <a:xfrm>
            <a:off x="7531973" y="1183593"/>
            <a:ext cx="231345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0" i="0" u="none" strike="noStrike" kern="1200" cap="none" spc="0" normalizeH="0" baseline="0" noProof="0" dirty="0">
                <a:ln w="38100">
                  <a:solidFill>
                    <a:srgbClr val="614A36"/>
                  </a:solidFill>
                </a:ln>
                <a:noFill/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C064DA-F0CA-4B50-96AE-2FF69ECA96BD}"/>
              </a:ext>
            </a:extLst>
          </p:cNvPr>
          <p:cNvSpPr txBox="1"/>
          <p:nvPr/>
        </p:nvSpPr>
        <p:spPr>
          <a:xfrm>
            <a:off x="5369586" y="3830471"/>
            <a:ext cx="663822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</a:t>
            </a:r>
          </a:p>
          <a:p>
            <a:pPr lvl="0" algn="ctr">
              <a:defRPr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 THIẾT KẾ HỆ THỐNG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B49D8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62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AF55E4B-F059-4428-8818-AB20F9FE25C1}"/>
              </a:ext>
            </a:extLst>
          </p:cNvPr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D485575-2DFC-430F-8A30-5AD693007447}"/>
              </a:ext>
            </a:extLst>
          </p:cNvPr>
          <p:cNvCxnSpPr/>
          <p:nvPr/>
        </p:nvCxnSpPr>
        <p:spPr>
          <a:xfrm>
            <a:off x="0" y="6087035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5EAE37EA-0782-4C19-9C06-5AE2308F3F3D}"/>
              </a:ext>
            </a:extLst>
          </p:cNvPr>
          <p:cNvSpPr txBox="1"/>
          <p:nvPr/>
        </p:nvSpPr>
        <p:spPr>
          <a:xfrm>
            <a:off x="1155606" y="253329"/>
            <a:ext cx="23756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sz="1500" b="0" i="0" u="none" strike="noStrike" kern="1200" cap="none" spc="0" normalizeH="0" noProof="0" dirty="0">
                <a:ln>
                  <a:noFill/>
                </a:ln>
                <a:solidFill>
                  <a:srgbClr val="B2A294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B2A294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539FF-D53A-4961-B3BD-E078FD0EB294}"/>
              </a:ext>
            </a:extLst>
          </p:cNvPr>
          <p:cNvSpPr txBox="1"/>
          <p:nvPr/>
        </p:nvSpPr>
        <p:spPr>
          <a:xfrm>
            <a:off x="858794" y="932118"/>
            <a:ext cx="31918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14A36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(FDD)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614A3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FF1E6384-7CDE-1760-45B2-44DB40D5CEB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5619664"/>
                  </p:ext>
                </p:extLst>
              </p:nvPr>
            </p:nvGraphicFramePr>
            <p:xfrm>
              <a:off x="9814560" y="7661910"/>
              <a:ext cx="3048000" cy="1714500"/>
            </p:xfrm>
            <a:graphic>
              <a:graphicData uri="http://schemas.microsoft.com/office/powerpoint/2016/slidezoom">
                <pslz:sldZm>
                  <pslz:sldZmObj sldId="268" cId="3012307973">
                    <pslz:zmPr id="{02093DD9-29C2-40A7-8461-B2F60D1DE290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FF1E6384-7CDE-1760-45B2-44DB40D5CEB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14560" y="766191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D3E167B-4314-AFBC-4AB1-2D428C2D4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3172" y="1440790"/>
            <a:ext cx="9660310" cy="448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30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1A685C3-8A6C-ABEE-A66D-6A949746092E}"/>
              </a:ext>
            </a:extLst>
          </p:cNvPr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103A09-E170-1B83-9329-245588AEAB3E}"/>
              </a:ext>
            </a:extLst>
          </p:cNvPr>
          <p:cNvCxnSpPr/>
          <p:nvPr/>
        </p:nvCxnSpPr>
        <p:spPr>
          <a:xfrm>
            <a:off x="0" y="6087035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F01E161-CD0A-2AD7-DA9F-628BF6D6B40E}"/>
              </a:ext>
            </a:extLst>
          </p:cNvPr>
          <p:cNvSpPr txBox="1"/>
          <p:nvPr/>
        </p:nvSpPr>
        <p:spPr>
          <a:xfrm>
            <a:off x="1155606" y="253329"/>
            <a:ext cx="23756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sz="1500" b="0" i="0" u="none" strike="noStrike" kern="1200" cap="none" spc="0" normalizeH="0" noProof="0" dirty="0">
                <a:ln>
                  <a:noFill/>
                </a:ln>
                <a:solidFill>
                  <a:srgbClr val="B2A294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B2A294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0BA1E7-18CC-7032-A0C3-F8A047DBD7FF}"/>
              </a:ext>
            </a:extLst>
          </p:cNvPr>
          <p:cNvSpPr txBox="1"/>
          <p:nvPr/>
        </p:nvSpPr>
        <p:spPr>
          <a:xfrm>
            <a:off x="858794" y="932118"/>
            <a:ext cx="104348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600" dirty="0" err="1"/>
              <a:t>Kiến</a:t>
            </a:r>
            <a:r>
              <a:rPr lang="en-US" sz="1600" dirty="0"/>
              <a:t> </a:t>
            </a:r>
            <a:r>
              <a:rPr lang="en-US" sz="1600" dirty="0" err="1"/>
              <a:t>trúc</a:t>
            </a:r>
            <a:r>
              <a:rPr lang="en-US" sz="1600" dirty="0"/>
              <a:t> </a:t>
            </a:r>
            <a:r>
              <a:rPr lang="en-US" sz="1600" dirty="0" err="1"/>
              <a:t>hệ</a:t>
            </a:r>
            <a:r>
              <a:rPr lang="en-US" sz="1600" dirty="0"/>
              <a:t> </a:t>
            </a:r>
            <a:r>
              <a:rPr lang="en-US" sz="1600" dirty="0" err="1"/>
              <a:t>thống</a:t>
            </a:r>
            <a:endParaRPr lang="en-US" sz="1600" dirty="0"/>
          </a:p>
          <a:p>
            <a:pPr lvl="0"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614A3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4E16DADD-4BC9-08A1-4576-79854365CC0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73250090"/>
                  </p:ext>
                </p:extLst>
              </p:nvPr>
            </p:nvGraphicFramePr>
            <p:xfrm>
              <a:off x="9814560" y="7661910"/>
              <a:ext cx="3048000" cy="1714500"/>
            </p:xfrm>
            <a:graphic>
              <a:graphicData uri="http://schemas.microsoft.com/office/powerpoint/2016/slidezoom">
                <pslz:sldZm>
                  <pslz:sldZmObj sldId="268" cId="3012307973">
                    <pslz:zmPr id="{02093DD9-29C2-40A7-8461-B2F60D1DE290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Slide Zoom 7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4E16DADD-4BC9-08A1-4576-79854365CC0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14560" y="766191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939E023-9905-CA79-8167-AB7E7E22D5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5957" y="926782"/>
            <a:ext cx="5760085" cy="500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92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AF55E4B-F059-4428-8818-AB20F9FE25C1}"/>
              </a:ext>
            </a:extLst>
          </p:cNvPr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D485575-2DFC-430F-8A30-5AD693007447}"/>
              </a:ext>
            </a:extLst>
          </p:cNvPr>
          <p:cNvCxnSpPr/>
          <p:nvPr/>
        </p:nvCxnSpPr>
        <p:spPr>
          <a:xfrm>
            <a:off x="0" y="6087035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5EAE37EA-0782-4C19-9C06-5AE2308F3F3D}"/>
              </a:ext>
            </a:extLst>
          </p:cNvPr>
          <p:cNvSpPr txBox="1"/>
          <p:nvPr/>
        </p:nvSpPr>
        <p:spPr>
          <a:xfrm>
            <a:off x="1155606" y="253329"/>
            <a:ext cx="260334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dirty="0">
                <a:solidFill>
                  <a:srgbClr val="B2A2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 Thu Phương -221230960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B2A294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1FB2DE-5591-4949-AF0D-498E1C3223A0}"/>
              </a:ext>
            </a:extLst>
          </p:cNvPr>
          <p:cNvSpPr txBox="1"/>
          <p:nvPr/>
        </p:nvSpPr>
        <p:spPr>
          <a:xfrm>
            <a:off x="2346573" y="1386895"/>
            <a:ext cx="231345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0" i="0" u="none" strike="noStrike" kern="1200" cap="none" spc="0" normalizeH="0" baseline="0" noProof="0" dirty="0">
                <a:ln w="38100">
                  <a:solidFill>
                    <a:srgbClr val="614A36"/>
                  </a:solidFill>
                </a:ln>
                <a:noFill/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kumimoji="0" lang="en-US" sz="19900" b="0" i="0" u="none" strike="noStrike" kern="1200" cap="none" spc="0" normalizeH="0" baseline="0" noProof="0" dirty="0">
              <a:ln w="38100">
                <a:solidFill>
                  <a:srgbClr val="614A36"/>
                </a:solidFill>
              </a:ln>
              <a:noFill/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C064DA-F0CA-4B50-96AE-2FF69ECA96BD}"/>
              </a:ext>
            </a:extLst>
          </p:cNvPr>
          <p:cNvSpPr txBox="1"/>
          <p:nvPr/>
        </p:nvSpPr>
        <p:spPr>
          <a:xfrm>
            <a:off x="412104" y="4033773"/>
            <a:ext cx="61823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HỆ THỐNG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B49D8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00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AF55E4B-F059-4428-8818-AB20F9FE25C1}"/>
              </a:ext>
            </a:extLst>
          </p:cNvPr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D485575-2DFC-430F-8A30-5AD693007447}"/>
              </a:ext>
            </a:extLst>
          </p:cNvPr>
          <p:cNvCxnSpPr/>
          <p:nvPr/>
        </p:nvCxnSpPr>
        <p:spPr>
          <a:xfrm>
            <a:off x="0" y="6087035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5EAE37EA-0782-4C19-9C06-5AE2308F3F3D}"/>
              </a:ext>
            </a:extLst>
          </p:cNvPr>
          <p:cNvSpPr txBox="1"/>
          <p:nvPr/>
        </p:nvSpPr>
        <p:spPr>
          <a:xfrm>
            <a:off x="1155606" y="253329"/>
            <a:ext cx="206447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B2A294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HỆ THỐNG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2C8030-828E-4264-8C1E-12EABE077524}"/>
              </a:ext>
            </a:extLst>
          </p:cNvPr>
          <p:cNvSpPr txBox="1"/>
          <p:nvPr/>
        </p:nvSpPr>
        <p:spPr>
          <a:xfrm>
            <a:off x="575702" y="1084029"/>
            <a:ext cx="2111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dirty="0">
              <a:solidFill>
                <a:srgbClr val="614A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57896-4D58-A5E3-A7FD-4B34BE9B3F7F}"/>
              </a:ext>
            </a:extLst>
          </p:cNvPr>
          <p:cNvSpPr txBox="1"/>
          <p:nvPr/>
        </p:nvSpPr>
        <p:spPr>
          <a:xfrm>
            <a:off x="401229" y="1775389"/>
            <a:ext cx="46279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Trang </a:t>
            </a:r>
            <a:r>
              <a:rPr lang="en-US" dirty="0" err="1"/>
              <a:t>chủ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/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Học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lộ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/>
              <a:t>Tra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vựng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nhập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giáo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du </a:t>
            </a:r>
            <a:r>
              <a:rPr lang="en-US" dirty="0" err="1"/>
              <a:t>lịch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Gửi</a:t>
            </a:r>
            <a:r>
              <a:rPr lang="en-US" dirty="0"/>
              <a:t> CV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giáo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923C41-06A1-B3AB-F828-740BF7914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1" y="1649507"/>
            <a:ext cx="7028328" cy="375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209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AF55E4B-F059-4428-8818-AB20F9FE25C1}"/>
              </a:ext>
            </a:extLst>
          </p:cNvPr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D485575-2DFC-430F-8A30-5AD693007447}"/>
              </a:ext>
            </a:extLst>
          </p:cNvPr>
          <p:cNvCxnSpPr/>
          <p:nvPr/>
        </p:nvCxnSpPr>
        <p:spPr>
          <a:xfrm>
            <a:off x="0" y="6087035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Graphic 57">
            <a:extLst>
              <a:ext uri="{FF2B5EF4-FFF2-40B4-BE49-F238E27FC236}">
                <a16:creationId xmlns:a16="http://schemas.microsoft.com/office/drawing/2014/main" id="{72064175-80FF-46D2-BDC3-0A48E05E4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702" y="303398"/>
            <a:ext cx="401451" cy="223028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5EAE37EA-0782-4C19-9C06-5AE2308F3F3D}"/>
              </a:ext>
            </a:extLst>
          </p:cNvPr>
          <p:cNvSpPr txBox="1"/>
          <p:nvPr/>
        </p:nvSpPr>
        <p:spPr>
          <a:xfrm>
            <a:off x="1155606" y="253329"/>
            <a:ext cx="345190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B2A294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PHÂN TÍCH VÀ THIẾT KẾ HỆ THỐNG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2C8030-828E-4264-8C1E-12EABE077524}"/>
              </a:ext>
            </a:extLst>
          </p:cNvPr>
          <p:cNvSpPr txBox="1"/>
          <p:nvPr/>
        </p:nvSpPr>
        <p:spPr>
          <a:xfrm>
            <a:off x="575702" y="125435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dirty="0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en-US" dirty="0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14A3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790140-2811-A2E9-8917-FBFA8768F3F2}"/>
              </a:ext>
            </a:extLst>
          </p:cNvPr>
          <p:cNvSpPr txBox="1"/>
          <p:nvPr/>
        </p:nvSpPr>
        <p:spPr>
          <a:xfrm>
            <a:off x="776427" y="1900518"/>
            <a:ext cx="34997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/>
              <a:t>Xem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Xem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du </a:t>
            </a:r>
            <a:r>
              <a:rPr lang="en-US" dirty="0" err="1"/>
              <a:t>lịch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9CECE0-565A-96FF-E65B-087BB7C29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165" y="947507"/>
            <a:ext cx="7485795" cy="486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71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AF55E4B-F059-4428-8818-AB20F9FE25C1}"/>
              </a:ext>
            </a:extLst>
          </p:cNvPr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D485575-2DFC-430F-8A30-5AD693007447}"/>
              </a:ext>
            </a:extLst>
          </p:cNvPr>
          <p:cNvCxnSpPr/>
          <p:nvPr/>
        </p:nvCxnSpPr>
        <p:spPr>
          <a:xfrm>
            <a:off x="0" y="6087035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Graphic 57">
            <a:extLst>
              <a:ext uri="{FF2B5EF4-FFF2-40B4-BE49-F238E27FC236}">
                <a16:creationId xmlns:a16="http://schemas.microsoft.com/office/drawing/2014/main" id="{72064175-80FF-46D2-BDC3-0A48E05E4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702" y="303398"/>
            <a:ext cx="401451" cy="223028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5EAE37EA-0782-4C19-9C06-5AE2308F3F3D}"/>
              </a:ext>
            </a:extLst>
          </p:cNvPr>
          <p:cNvSpPr txBox="1"/>
          <p:nvPr/>
        </p:nvSpPr>
        <p:spPr>
          <a:xfrm>
            <a:off x="1155606" y="253329"/>
            <a:ext cx="345190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B2A294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PHÂN TÍCH VÀ THIẾT KẾ HỆ THỐNG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E395EF-C114-69C6-B308-0EF8921DFBA7}"/>
              </a:ext>
            </a:extLst>
          </p:cNvPr>
          <p:cNvSpPr txBox="1"/>
          <p:nvPr/>
        </p:nvSpPr>
        <p:spPr>
          <a:xfrm>
            <a:off x="776427" y="1171694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65BEEF-CC9B-9C6B-78BB-ED31E9D3C3A4}"/>
              </a:ext>
            </a:extLst>
          </p:cNvPr>
          <p:cNvSpPr txBox="1"/>
          <p:nvPr/>
        </p:nvSpPr>
        <p:spPr>
          <a:xfrm>
            <a:off x="776027" y="1947190"/>
            <a:ext cx="40290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video </a:t>
            </a:r>
            <a:r>
              <a:rPr lang="en-US" dirty="0" err="1"/>
              <a:t>Youtube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lộ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video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,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thi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du </a:t>
            </a:r>
            <a:r>
              <a:rPr lang="en-US" dirty="0" err="1"/>
              <a:t>lịch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24621A-7FDF-B4C0-67A8-BCD8D98BA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3341" y="947506"/>
            <a:ext cx="7016291" cy="490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89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AF55E4B-F059-4428-8818-AB20F9FE25C1}"/>
              </a:ext>
            </a:extLst>
          </p:cNvPr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D485575-2DFC-430F-8A30-5AD693007447}"/>
              </a:ext>
            </a:extLst>
          </p:cNvPr>
          <p:cNvCxnSpPr/>
          <p:nvPr/>
        </p:nvCxnSpPr>
        <p:spPr>
          <a:xfrm>
            <a:off x="0" y="6087035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Graphic 57">
            <a:extLst>
              <a:ext uri="{FF2B5EF4-FFF2-40B4-BE49-F238E27FC236}">
                <a16:creationId xmlns:a16="http://schemas.microsoft.com/office/drawing/2014/main" id="{72064175-80FF-46D2-BDC3-0A48E05E4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702" y="303398"/>
            <a:ext cx="401451" cy="223028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5EAE37EA-0782-4C19-9C06-5AE2308F3F3D}"/>
              </a:ext>
            </a:extLst>
          </p:cNvPr>
          <p:cNvSpPr txBox="1"/>
          <p:nvPr/>
        </p:nvSpPr>
        <p:spPr>
          <a:xfrm>
            <a:off x="1155606" y="253329"/>
            <a:ext cx="118147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B2A294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ABOUT 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1FB2DE-5591-4949-AF0D-498E1C3223A0}"/>
              </a:ext>
            </a:extLst>
          </p:cNvPr>
          <p:cNvSpPr txBox="1"/>
          <p:nvPr/>
        </p:nvSpPr>
        <p:spPr>
          <a:xfrm>
            <a:off x="7531973" y="1183593"/>
            <a:ext cx="231345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0" i="0" u="none" strike="noStrike" kern="1200" cap="none" spc="0" normalizeH="0" baseline="0" noProof="0" dirty="0">
                <a:ln w="38100">
                  <a:solidFill>
                    <a:srgbClr val="614A36"/>
                  </a:solidFill>
                </a:ln>
                <a:noFill/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C064DA-F0CA-4B50-96AE-2FF69ECA96BD}"/>
              </a:ext>
            </a:extLst>
          </p:cNvPr>
          <p:cNvSpPr txBox="1"/>
          <p:nvPr/>
        </p:nvSpPr>
        <p:spPr>
          <a:xfrm>
            <a:off x="7199641" y="3830471"/>
            <a:ext cx="29781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B49D8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947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AF55E4B-F059-4428-8818-AB20F9FE25C1}"/>
              </a:ext>
            </a:extLst>
          </p:cNvPr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D485575-2DFC-430F-8A30-5AD693007447}"/>
              </a:ext>
            </a:extLst>
          </p:cNvPr>
          <p:cNvCxnSpPr/>
          <p:nvPr/>
        </p:nvCxnSpPr>
        <p:spPr>
          <a:xfrm>
            <a:off x="0" y="6087035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Graphic 57">
            <a:extLst>
              <a:ext uri="{FF2B5EF4-FFF2-40B4-BE49-F238E27FC236}">
                <a16:creationId xmlns:a16="http://schemas.microsoft.com/office/drawing/2014/main" id="{72064175-80FF-46D2-BDC3-0A48E05E4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702" y="303398"/>
            <a:ext cx="401451" cy="223028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5EAE37EA-0782-4C19-9C06-5AE2308F3F3D}"/>
              </a:ext>
            </a:extLst>
          </p:cNvPr>
          <p:cNvSpPr txBox="1"/>
          <p:nvPr/>
        </p:nvSpPr>
        <p:spPr>
          <a:xfrm>
            <a:off x="1155606" y="253329"/>
            <a:ext cx="113819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B2A294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KẾT LUẬN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539FF-D53A-4961-B3BD-E078FD0EB294}"/>
              </a:ext>
            </a:extLst>
          </p:cNvPr>
          <p:cNvSpPr txBox="1"/>
          <p:nvPr/>
        </p:nvSpPr>
        <p:spPr>
          <a:xfrm>
            <a:off x="530882" y="1058005"/>
            <a:ext cx="2346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14A36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614A36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14A36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614A36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14A36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614A36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14A36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614A36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14A3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53C2C9-10F5-4231-AC30-D62A56FF0E58}"/>
              </a:ext>
            </a:extLst>
          </p:cNvPr>
          <p:cNvSpPr txBox="1"/>
          <p:nvPr/>
        </p:nvSpPr>
        <p:spPr>
          <a:xfrm>
            <a:off x="530882" y="2776094"/>
            <a:ext cx="2346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14A36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614A36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614A36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noProof="0" dirty="0" err="1">
                <a:ln>
                  <a:noFill/>
                </a:ln>
                <a:solidFill>
                  <a:srgbClr val="614A36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614A36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14A3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9858C7-C6C1-4329-9462-E783877DBA57}"/>
              </a:ext>
            </a:extLst>
          </p:cNvPr>
          <p:cNvSpPr txBox="1"/>
          <p:nvPr/>
        </p:nvSpPr>
        <p:spPr>
          <a:xfrm>
            <a:off x="575702" y="4390642"/>
            <a:ext cx="2346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14A36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dirty="0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614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14A3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A80581-6C1E-BC25-B182-9F90D03AAB65}"/>
              </a:ext>
            </a:extLst>
          </p:cNvPr>
          <p:cNvSpPr txBox="1"/>
          <p:nvPr/>
        </p:nvSpPr>
        <p:spPr>
          <a:xfrm>
            <a:off x="389022" y="1427337"/>
            <a:ext cx="106639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lộ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video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vựng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video YouTube.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giáo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r>
              <a:rPr lang="vi-VN" dirty="0"/>
              <a:t>Hỗ trợ kết nối trải nghiệm thực tế cùng giáo viên địa phương.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1F1082-6E8C-C9AB-95B4-8DF585EAED56}"/>
              </a:ext>
            </a:extLst>
          </p:cNvPr>
          <p:cNvSpPr txBox="1"/>
          <p:nvPr/>
        </p:nvSpPr>
        <p:spPr>
          <a:xfrm>
            <a:off x="389021" y="3190313"/>
            <a:ext cx="10663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vi-VN" dirty="0"/>
              <a:t>Chưa hỗ trợ đánh giá chuyên sâu kỹ năng nói và viết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r>
              <a:rPr lang="vi-VN" dirty="0"/>
              <a:t>Chưa kết nối với các đơn vị, công ty du lịch.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vi-VN" dirty="0"/>
              <a:t>Chưa hỗ trợ trên nền tảng di động.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0963A0-14C8-F31D-85E7-E2DCF85037A6}"/>
              </a:ext>
            </a:extLst>
          </p:cNvPr>
          <p:cNvSpPr txBox="1"/>
          <p:nvPr/>
        </p:nvSpPr>
        <p:spPr>
          <a:xfrm>
            <a:off x="389021" y="4911761"/>
            <a:ext cx="106639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AI.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kho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r>
              <a:rPr lang="vi-VN" dirty="0"/>
              <a:t>Kết nối với các đơn vị du lịch để hỗ trợ trải nghiệm thực tế.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 di </a:t>
            </a:r>
            <a:r>
              <a:rPr lang="en-US" dirty="0" err="1"/>
              <a:t>động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436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4" grpId="0"/>
      <p:bldP spid="19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AF55E4B-F059-4428-8818-AB20F9FE25C1}"/>
              </a:ext>
            </a:extLst>
          </p:cNvPr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D485575-2DFC-430F-8A30-5AD693007447}"/>
              </a:ext>
            </a:extLst>
          </p:cNvPr>
          <p:cNvCxnSpPr/>
          <p:nvPr/>
        </p:nvCxnSpPr>
        <p:spPr>
          <a:xfrm>
            <a:off x="0" y="6087035"/>
            <a:ext cx="12192000" cy="0"/>
          </a:xfrm>
          <a:prstGeom prst="line">
            <a:avLst/>
          </a:prstGeom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Graphic 57">
            <a:extLst>
              <a:ext uri="{FF2B5EF4-FFF2-40B4-BE49-F238E27FC236}">
                <a16:creationId xmlns:a16="http://schemas.microsoft.com/office/drawing/2014/main" id="{72064175-80FF-46D2-BDC3-0A48E05E4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702" y="303398"/>
            <a:ext cx="401451" cy="2230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1AC8BD-4717-4F73-84ED-B3ABD33A7582}"/>
              </a:ext>
            </a:extLst>
          </p:cNvPr>
          <p:cNvSpPr txBox="1"/>
          <p:nvPr/>
        </p:nvSpPr>
        <p:spPr>
          <a:xfrm>
            <a:off x="1448240" y="1851715"/>
            <a:ext cx="73481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 ƠN CÁC THẦY CÔ ĐÃ LẮNG NGHE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EAE37EA-0782-4C19-9C06-5AE2308F3F3D}"/>
              </a:ext>
            </a:extLst>
          </p:cNvPr>
          <p:cNvSpPr txBox="1"/>
          <p:nvPr/>
        </p:nvSpPr>
        <p:spPr>
          <a:xfrm>
            <a:off x="1146642" y="241073"/>
            <a:ext cx="97975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300" normalizeH="0" baseline="0" noProof="0" dirty="0">
                <a:ln>
                  <a:noFill/>
                </a:ln>
                <a:solidFill>
                  <a:srgbClr val="B2A294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</a:p>
        </p:txBody>
      </p:sp>
    </p:spTree>
    <p:extLst>
      <p:ext uri="{BB962C8B-B14F-4D97-AF65-F5344CB8AC3E}">
        <p14:creationId xmlns:p14="http://schemas.microsoft.com/office/powerpoint/2010/main" val="1923005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</TotalTime>
  <Words>715</Words>
  <Application>Microsoft Office PowerPoint</Application>
  <PresentationFormat>Widescreen</PresentationFormat>
  <Paragraphs>104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Times New Roman</vt:lpstr>
      <vt:lpstr>Calibri</vt:lpstr>
      <vt:lpstr>Arial</vt:lpstr>
      <vt:lpstr>Calibri Light</vt:lpstr>
      <vt:lpstr>Office Theme</vt:lpstr>
      <vt:lpstr>XÂY DỰNG WEBSITE HỌC TIẾNG VIỆT  CHO NGƯỜI NƯỚC NGOÀI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 Tran</dc:creator>
  <cp:lastModifiedBy>Admin</cp:lastModifiedBy>
  <cp:revision>36</cp:revision>
  <dcterms:created xsi:type="dcterms:W3CDTF">2022-06-15T17:42:27Z</dcterms:created>
  <dcterms:modified xsi:type="dcterms:W3CDTF">2026-06-16T17:24:40Z</dcterms:modified>
</cp:coreProperties>
</file>